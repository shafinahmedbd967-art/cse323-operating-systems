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9144000" cx="13716000"/>
  <p:notesSz cx="6997700" cy="9283700"/>
  <p:embeddedFontLst>
    <p:embeddedFont>
      <p:font typeface="Helvetica Neue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17">
          <p15:clr>
            <a:srgbClr val="000000"/>
          </p15:clr>
        </p15:guide>
        <p15:guide id="2" pos="1970">
          <p15:clr>
            <a:srgbClr val="000000"/>
          </p15:clr>
        </p15:guide>
      </p15:sldGuideLst>
    </p:ext>
    <p:ext uri="GoogleSlidesCustomDataVersion2">
      <go:slidesCustomData xmlns:go="http://customooxmlschemas.google.com/" r:id="rId34" roundtripDataSignature="AMtx7mg3K0CjWJYum6/OrgwVu1l3CQ64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357AEA4-FB29-4D88-89C1-D4204A8B3F12}">
  <a:tblStyle styleId="{F357AEA4-FB29-4D88-89C1-D4204A8B3F1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A009F5C3-F625-4C0B-91DC-D8D44450B9D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17" orient="horz"/>
        <p:guide pos="197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HelveticaNeue-bold.fntdata"/><Relationship Id="rId30" Type="http://schemas.openxmlformats.org/officeDocument/2006/relationships/font" Target="fonts/HelveticaNeue-regular.fntdata"/><Relationship Id="rId11" Type="http://schemas.openxmlformats.org/officeDocument/2006/relationships/slide" Target="slides/slide4.xml"/><Relationship Id="rId33" Type="http://schemas.openxmlformats.org/officeDocument/2006/relationships/font" Target="fonts/HelveticaNeue-boldItalic.fntdata"/><Relationship Id="rId10" Type="http://schemas.openxmlformats.org/officeDocument/2006/relationships/slide" Target="slides/slide3.xml"/><Relationship Id="rId32" Type="http://schemas.openxmlformats.org/officeDocument/2006/relationships/font" Target="fonts/HelveticaNeue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34" Type="http://customschemas.google.com/relationships/presentationmetadata" Target="meta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67162" y="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890587" y="696912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31862" y="4410075"/>
            <a:ext cx="5133975" cy="417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67162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 txBox="1"/>
          <p:nvPr/>
        </p:nvSpPr>
        <p:spPr>
          <a:xfrm>
            <a:off x="3967162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:notes"/>
          <p:cNvSpPr/>
          <p:nvPr>
            <p:ph idx="2" type="sldImg"/>
          </p:nvPr>
        </p:nvSpPr>
        <p:spPr>
          <a:xfrm>
            <a:off x="890587" y="696912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931862" y="4410075"/>
            <a:ext cx="5133975" cy="417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 txBox="1"/>
          <p:nvPr/>
        </p:nvSpPr>
        <p:spPr>
          <a:xfrm>
            <a:off x="3967162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:notes"/>
          <p:cNvSpPr/>
          <p:nvPr>
            <p:ph idx="2" type="sldImg"/>
          </p:nvPr>
        </p:nvSpPr>
        <p:spPr>
          <a:xfrm>
            <a:off x="890587" y="696912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931862" y="4410075"/>
            <a:ext cx="5133975" cy="417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 txBox="1"/>
          <p:nvPr/>
        </p:nvSpPr>
        <p:spPr>
          <a:xfrm>
            <a:off x="3967162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:notes"/>
          <p:cNvSpPr/>
          <p:nvPr>
            <p:ph idx="2" type="sldImg"/>
          </p:nvPr>
        </p:nvSpPr>
        <p:spPr>
          <a:xfrm>
            <a:off x="890587" y="696912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931862" y="4410075"/>
            <a:ext cx="5133975" cy="417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 txBox="1"/>
          <p:nvPr/>
        </p:nvSpPr>
        <p:spPr>
          <a:xfrm>
            <a:off x="3967162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:notes"/>
          <p:cNvSpPr/>
          <p:nvPr>
            <p:ph idx="2" type="sldImg"/>
          </p:nvPr>
        </p:nvSpPr>
        <p:spPr>
          <a:xfrm>
            <a:off x="890587" y="696912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931862" y="4410075"/>
            <a:ext cx="5133975" cy="417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 txBox="1"/>
          <p:nvPr/>
        </p:nvSpPr>
        <p:spPr>
          <a:xfrm>
            <a:off x="3967162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:notes"/>
          <p:cNvSpPr/>
          <p:nvPr>
            <p:ph idx="2" type="sldImg"/>
          </p:nvPr>
        </p:nvSpPr>
        <p:spPr>
          <a:xfrm>
            <a:off x="890587" y="696912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931862" y="4410075"/>
            <a:ext cx="5133975" cy="417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 txBox="1"/>
          <p:nvPr/>
        </p:nvSpPr>
        <p:spPr>
          <a:xfrm>
            <a:off x="3967162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6:notes"/>
          <p:cNvSpPr/>
          <p:nvPr>
            <p:ph idx="2" type="sldImg"/>
          </p:nvPr>
        </p:nvSpPr>
        <p:spPr>
          <a:xfrm>
            <a:off x="890587" y="696912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931862" y="4410075"/>
            <a:ext cx="5133975" cy="417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 txBox="1"/>
          <p:nvPr/>
        </p:nvSpPr>
        <p:spPr>
          <a:xfrm>
            <a:off x="3967162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7:notes"/>
          <p:cNvSpPr/>
          <p:nvPr>
            <p:ph idx="2" type="sldImg"/>
          </p:nvPr>
        </p:nvSpPr>
        <p:spPr>
          <a:xfrm>
            <a:off x="890587" y="696912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931862" y="4410075"/>
            <a:ext cx="5133975" cy="417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/>
          <p:nvPr/>
        </p:nvSpPr>
        <p:spPr>
          <a:xfrm>
            <a:off x="3967162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8:notes"/>
          <p:cNvSpPr/>
          <p:nvPr>
            <p:ph idx="2" type="sldImg"/>
          </p:nvPr>
        </p:nvSpPr>
        <p:spPr>
          <a:xfrm>
            <a:off x="890587" y="696912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931862" y="4410075"/>
            <a:ext cx="5133975" cy="417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/>
        </p:nvSpPr>
        <p:spPr>
          <a:xfrm>
            <a:off x="3967162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890587" y="696912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931862" y="4410075"/>
            <a:ext cx="5133975" cy="417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/>
          <p:nvPr/>
        </p:nvSpPr>
        <p:spPr>
          <a:xfrm>
            <a:off x="3967162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890587" y="696912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931862" y="4410075"/>
            <a:ext cx="5133975" cy="417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 txBox="1"/>
          <p:nvPr/>
        </p:nvSpPr>
        <p:spPr>
          <a:xfrm>
            <a:off x="3967162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1:notes"/>
          <p:cNvSpPr/>
          <p:nvPr>
            <p:ph idx="2" type="sldImg"/>
          </p:nvPr>
        </p:nvSpPr>
        <p:spPr>
          <a:xfrm>
            <a:off x="890587" y="696912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11:notes"/>
          <p:cNvSpPr txBox="1"/>
          <p:nvPr>
            <p:ph idx="1" type="body"/>
          </p:nvPr>
        </p:nvSpPr>
        <p:spPr>
          <a:xfrm>
            <a:off x="931862" y="4410075"/>
            <a:ext cx="5133975" cy="417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 txBox="1"/>
          <p:nvPr/>
        </p:nvSpPr>
        <p:spPr>
          <a:xfrm>
            <a:off x="3967162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2:notes"/>
          <p:cNvSpPr/>
          <p:nvPr>
            <p:ph idx="2" type="sldImg"/>
          </p:nvPr>
        </p:nvSpPr>
        <p:spPr>
          <a:xfrm>
            <a:off x="890587" y="696912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p12:notes"/>
          <p:cNvSpPr txBox="1"/>
          <p:nvPr>
            <p:ph idx="1" type="body"/>
          </p:nvPr>
        </p:nvSpPr>
        <p:spPr>
          <a:xfrm>
            <a:off x="931862" y="4410075"/>
            <a:ext cx="5133975" cy="417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00f5c70f10_0_1:notes"/>
          <p:cNvSpPr/>
          <p:nvPr>
            <p:ph idx="2" type="sldImg"/>
          </p:nvPr>
        </p:nvSpPr>
        <p:spPr>
          <a:xfrm>
            <a:off x="890587" y="696912"/>
            <a:ext cx="5219700" cy="348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3" name="Google Shape;253;g300f5c70f10_0_1:notes"/>
          <p:cNvSpPr txBox="1"/>
          <p:nvPr>
            <p:ph idx="1" type="body"/>
          </p:nvPr>
        </p:nvSpPr>
        <p:spPr>
          <a:xfrm>
            <a:off x="931862" y="4410075"/>
            <a:ext cx="5133900" cy="41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g300f5c70f10_0_1:notes"/>
          <p:cNvSpPr txBox="1"/>
          <p:nvPr>
            <p:ph idx="12" type="sldNum"/>
          </p:nvPr>
        </p:nvSpPr>
        <p:spPr>
          <a:xfrm>
            <a:off x="3967162" y="8820150"/>
            <a:ext cx="30306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:notes"/>
          <p:cNvSpPr txBox="1"/>
          <p:nvPr/>
        </p:nvSpPr>
        <p:spPr>
          <a:xfrm>
            <a:off x="3967162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3:notes"/>
          <p:cNvSpPr/>
          <p:nvPr>
            <p:ph idx="2" type="sldImg"/>
          </p:nvPr>
        </p:nvSpPr>
        <p:spPr>
          <a:xfrm>
            <a:off x="890587" y="696912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13:notes"/>
          <p:cNvSpPr txBox="1"/>
          <p:nvPr>
            <p:ph idx="1" type="body"/>
          </p:nvPr>
        </p:nvSpPr>
        <p:spPr>
          <a:xfrm>
            <a:off x="931862" y="4410075"/>
            <a:ext cx="5133975" cy="417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:notes"/>
          <p:cNvSpPr txBox="1"/>
          <p:nvPr/>
        </p:nvSpPr>
        <p:spPr>
          <a:xfrm>
            <a:off x="3967162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4:notes"/>
          <p:cNvSpPr/>
          <p:nvPr>
            <p:ph idx="2" type="sldImg"/>
          </p:nvPr>
        </p:nvSpPr>
        <p:spPr>
          <a:xfrm>
            <a:off x="890587" y="696912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14:notes"/>
          <p:cNvSpPr txBox="1"/>
          <p:nvPr>
            <p:ph idx="1" type="body"/>
          </p:nvPr>
        </p:nvSpPr>
        <p:spPr>
          <a:xfrm>
            <a:off x="931862" y="4410075"/>
            <a:ext cx="5133975" cy="417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370c52b747_0_13:notes"/>
          <p:cNvSpPr/>
          <p:nvPr>
            <p:ph idx="2" type="sldImg"/>
          </p:nvPr>
        </p:nvSpPr>
        <p:spPr>
          <a:xfrm>
            <a:off x="890587" y="696912"/>
            <a:ext cx="5219700" cy="348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370c52b747_0_13:notes"/>
          <p:cNvSpPr txBox="1"/>
          <p:nvPr>
            <p:ph idx="1" type="body"/>
          </p:nvPr>
        </p:nvSpPr>
        <p:spPr>
          <a:xfrm>
            <a:off x="931862" y="4410075"/>
            <a:ext cx="5133900" cy="4176600"/>
          </a:xfrm>
          <a:prstGeom prst="rect">
            <a:avLst/>
          </a:prstGeom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370c52b747_0_13:notes"/>
          <p:cNvSpPr txBox="1"/>
          <p:nvPr>
            <p:ph idx="12" type="sldNum"/>
          </p:nvPr>
        </p:nvSpPr>
        <p:spPr>
          <a:xfrm>
            <a:off x="3967162" y="8820150"/>
            <a:ext cx="3030600" cy="463500"/>
          </a:xfrm>
          <a:prstGeom prst="rect">
            <a:avLst/>
          </a:prstGeom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5:notes"/>
          <p:cNvSpPr txBox="1"/>
          <p:nvPr/>
        </p:nvSpPr>
        <p:spPr>
          <a:xfrm>
            <a:off x="3967162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5:notes"/>
          <p:cNvSpPr/>
          <p:nvPr>
            <p:ph idx="2" type="sldImg"/>
          </p:nvPr>
        </p:nvSpPr>
        <p:spPr>
          <a:xfrm>
            <a:off x="890587" y="696912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4" name="Google Shape;304;p15:notes"/>
          <p:cNvSpPr txBox="1"/>
          <p:nvPr>
            <p:ph idx="1" type="body"/>
          </p:nvPr>
        </p:nvSpPr>
        <p:spPr>
          <a:xfrm>
            <a:off x="931862" y="4410075"/>
            <a:ext cx="5133975" cy="417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6:notes"/>
          <p:cNvSpPr txBox="1"/>
          <p:nvPr/>
        </p:nvSpPr>
        <p:spPr>
          <a:xfrm>
            <a:off x="3967162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6:notes"/>
          <p:cNvSpPr/>
          <p:nvPr>
            <p:ph idx="2" type="sldImg"/>
          </p:nvPr>
        </p:nvSpPr>
        <p:spPr>
          <a:xfrm>
            <a:off x="890587" y="696912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p16:notes"/>
          <p:cNvSpPr txBox="1"/>
          <p:nvPr>
            <p:ph idx="1" type="body"/>
          </p:nvPr>
        </p:nvSpPr>
        <p:spPr>
          <a:xfrm>
            <a:off x="931862" y="4410075"/>
            <a:ext cx="5133975" cy="417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370c52b747_0_0:notes"/>
          <p:cNvSpPr/>
          <p:nvPr>
            <p:ph idx="2" type="sldImg"/>
          </p:nvPr>
        </p:nvSpPr>
        <p:spPr>
          <a:xfrm>
            <a:off x="890587" y="696912"/>
            <a:ext cx="5219700" cy="348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370c52b747_0_0:notes"/>
          <p:cNvSpPr txBox="1"/>
          <p:nvPr>
            <p:ph idx="1" type="body"/>
          </p:nvPr>
        </p:nvSpPr>
        <p:spPr>
          <a:xfrm>
            <a:off x="931862" y="4410075"/>
            <a:ext cx="5133900" cy="4176600"/>
          </a:xfrm>
          <a:prstGeom prst="rect">
            <a:avLst/>
          </a:prstGeom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370c52b747_0_0:notes"/>
          <p:cNvSpPr txBox="1"/>
          <p:nvPr>
            <p:ph idx="12" type="sldNum"/>
          </p:nvPr>
        </p:nvSpPr>
        <p:spPr>
          <a:xfrm>
            <a:off x="3967162" y="8820150"/>
            <a:ext cx="3030600" cy="463500"/>
          </a:xfrm>
          <a:prstGeom prst="rect">
            <a:avLst/>
          </a:prstGeom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7:notes"/>
          <p:cNvSpPr txBox="1"/>
          <p:nvPr/>
        </p:nvSpPr>
        <p:spPr>
          <a:xfrm>
            <a:off x="3967162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7:notes"/>
          <p:cNvSpPr/>
          <p:nvPr>
            <p:ph idx="2" type="sldImg"/>
          </p:nvPr>
        </p:nvSpPr>
        <p:spPr>
          <a:xfrm>
            <a:off x="890587" y="696912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9" name="Google Shape;349;p17:notes"/>
          <p:cNvSpPr txBox="1"/>
          <p:nvPr>
            <p:ph idx="1" type="body"/>
          </p:nvPr>
        </p:nvSpPr>
        <p:spPr>
          <a:xfrm>
            <a:off x="931862" y="4410075"/>
            <a:ext cx="5133975" cy="417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8:notes"/>
          <p:cNvSpPr txBox="1"/>
          <p:nvPr/>
        </p:nvSpPr>
        <p:spPr>
          <a:xfrm>
            <a:off x="3967162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8:notes"/>
          <p:cNvSpPr/>
          <p:nvPr>
            <p:ph idx="2" type="sldImg"/>
          </p:nvPr>
        </p:nvSpPr>
        <p:spPr>
          <a:xfrm>
            <a:off x="890587" y="696912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7" name="Google Shape;357;p18:notes"/>
          <p:cNvSpPr txBox="1"/>
          <p:nvPr>
            <p:ph idx="1" type="body"/>
          </p:nvPr>
        </p:nvSpPr>
        <p:spPr>
          <a:xfrm>
            <a:off x="931862" y="4410075"/>
            <a:ext cx="5133975" cy="417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9:notes"/>
          <p:cNvSpPr txBox="1"/>
          <p:nvPr/>
        </p:nvSpPr>
        <p:spPr>
          <a:xfrm>
            <a:off x="3967162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9:notes"/>
          <p:cNvSpPr/>
          <p:nvPr>
            <p:ph idx="2" type="sldImg"/>
          </p:nvPr>
        </p:nvSpPr>
        <p:spPr>
          <a:xfrm>
            <a:off x="890587" y="696912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5" name="Google Shape;365;p19:notes"/>
          <p:cNvSpPr txBox="1"/>
          <p:nvPr>
            <p:ph idx="1" type="body"/>
          </p:nvPr>
        </p:nvSpPr>
        <p:spPr>
          <a:xfrm>
            <a:off x="931862" y="4410075"/>
            <a:ext cx="5133975" cy="417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1"/>
          <p:cNvSpPr txBox="1"/>
          <p:nvPr>
            <p:ph type="ctrTitle"/>
          </p:nvPr>
        </p:nvSpPr>
        <p:spPr>
          <a:xfrm>
            <a:off x="1028700" y="914400"/>
            <a:ext cx="11658600" cy="2836333"/>
          </a:xfrm>
          <a:prstGeom prst="rect">
            <a:avLst/>
          </a:prstGeom>
          <a:noFill/>
          <a:ln>
            <a:noFill/>
          </a:ln>
        </p:spPr>
        <p:txBody>
          <a:bodyPr anchorCtr="0" anchor="b" bIns="65275" lIns="130575" spcFirstLastPara="1" rIns="130575" wrap="square" tIns="65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3"/>
          <p:cNvSpPr txBox="1"/>
          <p:nvPr>
            <p:ph type="title"/>
          </p:nvPr>
        </p:nvSpPr>
        <p:spPr>
          <a:xfrm>
            <a:off x="685800" y="369887"/>
            <a:ext cx="12344400" cy="768350"/>
          </a:xfrm>
          <a:prstGeom prst="rect">
            <a:avLst/>
          </a:prstGeom>
          <a:noFill/>
          <a:ln>
            <a:noFill/>
          </a:ln>
        </p:spPr>
        <p:txBody>
          <a:bodyPr anchorCtr="0" anchor="b" bIns="65275" lIns="130575" spcFirstLastPara="1" rIns="130575" wrap="square" tIns="65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" type="body"/>
          </p:nvPr>
        </p:nvSpPr>
        <p:spPr>
          <a:xfrm>
            <a:off x="1209675" y="1644650"/>
            <a:ext cx="12344400" cy="6040437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noAutofit/>
          </a:bodyPr>
          <a:lstStyle>
            <a:lvl1pPr indent="-331470" lvl="0" marL="4572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14325" lvl="3" marL="18288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–"/>
              <a:defRPr/>
            </a:lvl4pPr>
            <a:lvl5pPr indent="-314325" lvl="4" marL="22860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 txBox="1"/>
          <p:nvPr>
            <p:ph type="title"/>
          </p:nvPr>
        </p:nvSpPr>
        <p:spPr>
          <a:xfrm>
            <a:off x="685800" y="369887"/>
            <a:ext cx="12344400" cy="768350"/>
          </a:xfrm>
          <a:prstGeom prst="rect">
            <a:avLst/>
          </a:prstGeom>
          <a:noFill/>
          <a:ln>
            <a:noFill/>
          </a:ln>
        </p:spPr>
        <p:txBody>
          <a:bodyPr anchorCtr="0" anchor="b" bIns="65275" lIns="130575" spcFirstLastPara="1" rIns="130575" wrap="square" tIns="65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/>
          <p:nvPr>
            <p:ph type="title"/>
          </p:nvPr>
        </p:nvSpPr>
        <p:spPr>
          <a:xfrm rot="5400000">
            <a:off x="8287941" y="2419483"/>
            <a:ext cx="7315200" cy="3217068"/>
          </a:xfrm>
          <a:prstGeom prst="rect">
            <a:avLst/>
          </a:prstGeom>
          <a:noFill/>
          <a:ln>
            <a:noFill/>
          </a:ln>
        </p:spPr>
        <p:txBody>
          <a:bodyPr anchorCtr="0" anchor="b" bIns="65275" lIns="130575" spcFirstLastPara="1" rIns="130575" wrap="square" tIns="65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5"/>
          <p:cNvSpPr txBox="1"/>
          <p:nvPr>
            <p:ph idx="1" type="body"/>
          </p:nvPr>
        </p:nvSpPr>
        <p:spPr>
          <a:xfrm rot="5400000">
            <a:off x="1739504" y="-683287"/>
            <a:ext cx="7315200" cy="9422607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noAutofit/>
          </a:bodyPr>
          <a:lstStyle>
            <a:lvl1pPr indent="-331470" lvl="0" marL="4572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14325" lvl="3" marL="18288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–"/>
              <a:defRPr/>
            </a:lvl4pPr>
            <a:lvl5pPr indent="-314325" lvl="4" marL="22860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/>
          <p:nvPr>
            <p:ph type="title"/>
          </p:nvPr>
        </p:nvSpPr>
        <p:spPr>
          <a:xfrm>
            <a:off x="685800" y="369887"/>
            <a:ext cx="12344400" cy="768350"/>
          </a:xfrm>
          <a:prstGeom prst="rect">
            <a:avLst/>
          </a:prstGeom>
          <a:noFill/>
          <a:ln>
            <a:noFill/>
          </a:ln>
        </p:spPr>
        <p:txBody>
          <a:bodyPr anchorCtr="0" anchor="b" bIns="65275" lIns="130575" spcFirstLastPara="1" rIns="130575" wrap="square" tIns="65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" type="body"/>
          </p:nvPr>
        </p:nvSpPr>
        <p:spPr>
          <a:xfrm rot="5400000">
            <a:off x="4361656" y="-1507331"/>
            <a:ext cx="6040437" cy="12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noAutofit/>
          </a:bodyPr>
          <a:lstStyle>
            <a:lvl1pPr indent="-331470" lvl="0" marL="4572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14325" lvl="3" marL="18288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–"/>
              <a:defRPr/>
            </a:lvl4pPr>
            <a:lvl5pPr indent="-314325" lvl="4" marL="22860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/>
          <p:nvPr>
            <p:ph type="title"/>
          </p:nvPr>
        </p:nvSpPr>
        <p:spPr>
          <a:xfrm>
            <a:off x="2688432" y="6400801"/>
            <a:ext cx="8229600" cy="755651"/>
          </a:xfrm>
          <a:prstGeom prst="rect">
            <a:avLst/>
          </a:prstGeom>
          <a:noFill/>
          <a:ln>
            <a:noFill/>
          </a:ln>
        </p:spPr>
        <p:txBody>
          <a:bodyPr anchorCtr="0" anchor="b" bIns="65275" lIns="130575" spcFirstLastPara="1" rIns="130575" wrap="square" tIns="65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/>
          <p:nvPr>
            <p:ph idx="2" type="pic"/>
          </p:nvPr>
        </p:nvSpPr>
        <p:spPr>
          <a:xfrm>
            <a:off x="2688432" y="817033"/>
            <a:ext cx="8229600" cy="548640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27"/>
          <p:cNvSpPr txBox="1"/>
          <p:nvPr>
            <p:ph idx="1" type="body"/>
          </p:nvPr>
        </p:nvSpPr>
        <p:spPr>
          <a:xfrm>
            <a:off x="2688432" y="7156452"/>
            <a:ext cx="8229600" cy="1073149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SzPts val="1360"/>
              <a:buNone/>
              <a:defRPr sz="1700"/>
            </a:lvl2pPr>
            <a:lvl3pPr indent="-228600" lvl="2" marL="137160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SzPts val="105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SzPts val="975"/>
              <a:buFont typeface="Helvetica Neue"/>
              <a:buNone/>
              <a:defRPr sz="1300"/>
            </a:lvl4pPr>
            <a:lvl5pPr indent="-228600" lvl="4" marL="228600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SzPts val="975"/>
              <a:buFont typeface="Helvetica Neue"/>
              <a:buNone/>
              <a:defRPr sz="1300"/>
            </a:lvl5pPr>
            <a:lvl6pPr indent="-228600" lvl="5" marL="274320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SzPts val="975"/>
              <a:buFont typeface="Helvetica Neue"/>
              <a:buNone/>
              <a:defRPr sz="1300"/>
            </a:lvl6pPr>
            <a:lvl7pPr indent="-228600" lvl="6" marL="320040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SzPts val="975"/>
              <a:buFont typeface="Helvetica Neue"/>
              <a:buNone/>
              <a:defRPr sz="1300"/>
            </a:lvl7pPr>
            <a:lvl8pPr indent="-228600" lvl="7" marL="365760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SzPts val="975"/>
              <a:buFont typeface="Helvetica Neue"/>
              <a:buNone/>
              <a:defRPr sz="1300"/>
            </a:lvl8pPr>
            <a:lvl9pPr indent="-228600" lvl="8" marL="411480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SzPts val="975"/>
              <a:buFont typeface="Helvetica Neue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685807" y="364067"/>
            <a:ext cx="4512470" cy="1549400"/>
          </a:xfrm>
          <a:prstGeom prst="rect">
            <a:avLst/>
          </a:prstGeom>
          <a:noFill/>
          <a:ln>
            <a:noFill/>
          </a:ln>
        </p:spPr>
        <p:txBody>
          <a:bodyPr anchorCtr="0" anchor="b" bIns="65275" lIns="130575" spcFirstLastPara="1" rIns="130575" wrap="square" tIns="65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" type="body"/>
          </p:nvPr>
        </p:nvSpPr>
        <p:spPr>
          <a:xfrm>
            <a:off x="5362575" y="364073"/>
            <a:ext cx="7667625" cy="7804151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noAutofit/>
          </a:bodyPr>
          <a:lstStyle>
            <a:lvl1pPr indent="-491490" lvl="0" marL="45720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4140"/>
              <a:buChar char="●"/>
              <a:defRPr sz="4600"/>
            </a:lvl1pPr>
            <a:lvl2pPr indent="-431800" lvl="1" marL="9144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3200"/>
              <a:buChar char="●"/>
              <a:defRPr sz="4000"/>
            </a:lvl2pPr>
            <a:lvl3pPr indent="-390525" lvl="2" marL="1371600" algn="l">
              <a:lnSpc>
                <a:spcPct val="100000"/>
              </a:lnSpc>
              <a:spcBef>
                <a:spcPts val="1190"/>
              </a:spcBef>
              <a:spcAft>
                <a:spcPts val="0"/>
              </a:spcAft>
              <a:buSzPts val="2550"/>
              <a:buChar char="4"/>
              <a:defRPr sz="3400"/>
            </a:lvl3pPr>
            <a:lvl4pPr indent="-366712" lvl="3" marL="1828800" algn="l">
              <a:lnSpc>
                <a:spcPct val="100000"/>
              </a:lnSpc>
              <a:spcBef>
                <a:spcPts val="1015"/>
              </a:spcBef>
              <a:spcAft>
                <a:spcPts val="0"/>
              </a:spcAft>
              <a:buSzPts val="2175"/>
              <a:buFont typeface="Helvetica Neue"/>
              <a:buChar char="–"/>
              <a:defRPr sz="2900"/>
            </a:lvl4pPr>
            <a:lvl5pPr indent="-366712" lvl="4" marL="2286000" algn="l">
              <a:lnSpc>
                <a:spcPct val="100000"/>
              </a:lnSpc>
              <a:spcBef>
                <a:spcPts val="1015"/>
              </a:spcBef>
              <a:spcAft>
                <a:spcPts val="0"/>
              </a:spcAft>
              <a:buSzPts val="2175"/>
              <a:buFont typeface="Helvetica Neue"/>
              <a:buChar char="»"/>
              <a:defRPr sz="2900"/>
            </a:lvl5pPr>
            <a:lvl6pPr indent="-366712" lvl="5" marL="2743200" algn="l">
              <a:lnSpc>
                <a:spcPct val="100000"/>
              </a:lnSpc>
              <a:spcBef>
                <a:spcPts val="1015"/>
              </a:spcBef>
              <a:spcAft>
                <a:spcPts val="0"/>
              </a:spcAft>
              <a:buSzPts val="2175"/>
              <a:buFont typeface="Helvetica Neue"/>
              <a:buChar char="»"/>
              <a:defRPr sz="2900"/>
            </a:lvl6pPr>
            <a:lvl7pPr indent="-366712" lvl="6" marL="3200400" algn="l">
              <a:lnSpc>
                <a:spcPct val="100000"/>
              </a:lnSpc>
              <a:spcBef>
                <a:spcPts val="1015"/>
              </a:spcBef>
              <a:spcAft>
                <a:spcPts val="0"/>
              </a:spcAft>
              <a:buSzPts val="2175"/>
              <a:buFont typeface="Helvetica Neue"/>
              <a:buChar char="»"/>
              <a:defRPr sz="2900"/>
            </a:lvl7pPr>
            <a:lvl8pPr indent="-366712" lvl="7" marL="3657600" algn="l">
              <a:lnSpc>
                <a:spcPct val="100000"/>
              </a:lnSpc>
              <a:spcBef>
                <a:spcPts val="1015"/>
              </a:spcBef>
              <a:spcAft>
                <a:spcPts val="0"/>
              </a:spcAft>
              <a:buSzPts val="2175"/>
              <a:buFont typeface="Helvetica Neue"/>
              <a:buChar char="»"/>
              <a:defRPr sz="2900"/>
            </a:lvl8pPr>
            <a:lvl9pPr indent="-366712" lvl="8" marL="4114800" algn="l">
              <a:lnSpc>
                <a:spcPct val="100000"/>
              </a:lnSpc>
              <a:spcBef>
                <a:spcPts val="1015"/>
              </a:spcBef>
              <a:spcAft>
                <a:spcPts val="0"/>
              </a:spcAft>
              <a:buSzPts val="2175"/>
              <a:buFont typeface="Helvetica Neue"/>
              <a:buChar char="»"/>
              <a:defRPr sz="2900"/>
            </a:lvl9pPr>
          </a:lstStyle>
          <a:p/>
        </p:txBody>
      </p:sp>
      <p:sp>
        <p:nvSpPr>
          <p:cNvPr id="52" name="Google Shape;52;p28"/>
          <p:cNvSpPr txBox="1"/>
          <p:nvPr>
            <p:ph idx="2" type="body"/>
          </p:nvPr>
        </p:nvSpPr>
        <p:spPr>
          <a:xfrm>
            <a:off x="685807" y="1913473"/>
            <a:ext cx="4512470" cy="6254751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SzPts val="1360"/>
              <a:buNone/>
              <a:defRPr sz="1700"/>
            </a:lvl2pPr>
            <a:lvl3pPr indent="-228600" lvl="2" marL="137160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SzPts val="105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SzPts val="975"/>
              <a:buFont typeface="Helvetica Neue"/>
              <a:buNone/>
              <a:defRPr sz="1300"/>
            </a:lvl4pPr>
            <a:lvl5pPr indent="-228600" lvl="4" marL="228600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SzPts val="975"/>
              <a:buFont typeface="Helvetica Neue"/>
              <a:buNone/>
              <a:defRPr sz="1300"/>
            </a:lvl5pPr>
            <a:lvl6pPr indent="-228600" lvl="5" marL="274320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SzPts val="975"/>
              <a:buFont typeface="Helvetica Neue"/>
              <a:buNone/>
              <a:defRPr sz="1300"/>
            </a:lvl6pPr>
            <a:lvl7pPr indent="-228600" lvl="6" marL="320040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SzPts val="975"/>
              <a:buFont typeface="Helvetica Neue"/>
              <a:buNone/>
              <a:defRPr sz="1300"/>
            </a:lvl7pPr>
            <a:lvl8pPr indent="-228600" lvl="7" marL="365760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SzPts val="975"/>
              <a:buFont typeface="Helvetica Neue"/>
              <a:buNone/>
              <a:defRPr sz="1300"/>
            </a:lvl8pPr>
            <a:lvl9pPr indent="-228600" lvl="8" marL="411480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SzPts val="975"/>
              <a:buFont typeface="Helvetica Neue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685800" y="366184"/>
            <a:ext cx="123444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65275" lIns="130575" spcFirstLastPara="1" rIns="130575" wrap="square" tIns="65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685800" y="2046817"/>
            <a:ext cx="6060282" cy="853016"/>
          </a:xfrm>
          <a:prstGeom prst="rect">
            <a:avLst/>
          </a:prstGeom>
          <a:noFill/>
          <a:ln>
            <a:noFill/>
          </a:ln>
        </p:spPr>
        <p:txBody>
          <a:bodyPr anchorCtr="0" anchor="b" bIns="65275" lIns="130575" spcFirstLastPara="1" rIns="130575" wrap="square" tIns="65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190"/>
              </a:spcBef>
              <a:spcAft>
                <a:spcPts val="0"/>
              </a:spcAft>
              <a:buSzPts val="3060"/>
              <a:buNone/>
              <a:defRPr b="1" sz="3400"/>
            </a:lvl1pPr>
            <a:lvl2pPr indent="-228600" lvl="1" marL="914400" algn="l">
              <a:lnSpc>
                <a:spcPct val="100000"/>
              </a:lnSpc>
              <a:spcBef>
                <a:spcPts val="1015"/>
              </a:spcBef>
              <a:spcAft>
                <a:spcPts val="0"/>
              </a:spcAft>
              <a:buSzPts val="2320"/>
              <a:buNone/>
              <a:defRPr b="1" sz="2900"/>
            </a:lvl2pPr>
            <a:lvl3pPr indent="-228600" lvl="2" marL="1371600" algn="l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SzPts val="1950"/>
              <a:buNone/>
              <a:defRPr b="1" sz="2600"/>
            </a:lvl3pPr>
            <a:lvl4pPr indent="-228600" lvl="3" marL="182880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SzPts val="1725"/>
              <a:buFont typeface="Helvetica Neue"/>
              <a:buNone/>
              <a:defRPr b="1" sz="2300"/>
            </a:lvl4pPr>
            <a:lvl5pPr indent="-228600" lvl="4" marL="228600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SzPts val="1725"/>
              <a:buFont typeface="Helvetica Neue"/>
              <a:buNone/>
              <a:defRPr b="1" sz="2300"/>
            </a:lvl5pPr>
            <a:lvl6pPr indent="-228600" lvl="5" marL="274320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SzPts val="1725"/>
              <a:buFont typeface="Helvetica Neue"/>
              <a:buNone/>
              <a:defRPr b="1" sz="2300"/>
            </a:lvl6pPr>
            <a:lvl7pPr indent="-228600" lvl="6" marL="320040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SzPts val="1725"/>
              <a:buFont typeface="Helvetica Neue"/>
              <a:buNone/>
              <a:defRPr b="1" sz="2300"/>
            </a:lvl7pPr>
            <a:lvl8pPr indent="-228600" lvl="7" marL="365760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SzPts val="1725"/>
              <a:buFont typeface="Helvetica Neue"/>
              <a:buNone/>
              <a:defRPr b="1" sz="2300"/>
            </a:lvl8pPr>
            <a:lvl9pPr indent="-228600" lvl="8" marL="411480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SzPts val="1725"/>
              <a:buFont typeface="Helvetica Neue"/>
              <a:buNone/>
              <a:defRPr b="1" sz="2300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685800" y="2899833"/>
            <a:ext cx="6060282" cy="5268384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noAutofit/>
          </a:bodyPr>
          <a:lstStyle>
            <a:lvl1pPr indent="-422910" lvl="0" marL="457200" algn="l">
              <a:lnSpc>
                <a:spcPct val="100000"/>
              </a:lnSpc>
              <a:spcBef>
                <a:spcPts val="1190"/>
              </a:spcBef>
              <a:spcAft>
                <a:spcPts val="0"/>
              </a:spcAft>
              <a:buSzPts val="3060"/>
              <a:buChar char="●"/>
              <a:defRPr sz="3400"/>
            </a:lvl1pPr>
            <a:lvl2pPr indent="-375919" lvl="1" marL="914400" algn="l">
              <a:lnSpc>
                <a:spcPct val="100000"/>
              </a:lnSpc>
              <a:spcBef>
                <a:spcPts val="1015"/>
              </a:spcBef>
              <a:spcAft>
                <a:spcPts val="0"/>
              </a:spcAft>
              <a:buSzPts val="2320"/>
              <a:buChar char="●"/>
              <a:defRPr sz="2900"/>
            </a:lvl2pPr>
            <a:lvl3pPr indent="-352425" lvl="2" marL="1371600" algn="l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SzPts val="1950"/>
              <a:buChar char="4"/>
              <a:defRPr sz="2600"/>
            </a:lvl3pPr>
            <a:lvl4pPr indent="-338137" lvl="3" marL="182880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SzPts val="1725"/>
              <a:buFont typeface="Helvetica Neue"/>
              <a:buChar char="–"/>
              <a:defRPr sz="2300"/>
            </a:lvl4pPr>
            <a:lvl5pPr indent="-338137" lvl="4" marL="228600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SzPts val="1725"/>
              <a:buFont typeface="Helvetica Neue"/>
              <a:buChar char="»"/>
              <a:defRPr sz="2300"/>
            </a:lvl5pPr>
            <a:lvl6pPr indent="-338137" lvl="5" marL="274320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SzPts val="1725"/>
              <a:buFont typeface="Helvetica Neue"/>
              <a:buChar char="»"/>
              <a:defRPr sz="2300"/>
            </a:lvl6pPr>
            <a:lvl7pPr indent="-338137" lvl="6" marL="320040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SzPts val="1725"/>
              <a:buFont typeface="Helvetica Neue"/>
              <a:buChar char="»"/>
              <a:defRPr sz="2300"/>
            </a:lvl7pPr>
            <a:lvl8pPr indent="-338137" lvl="7" marL="365760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SzPts val="1725"/>
              <a:buFont typeface="Helvetica Neue"/>
              <a:buChar char="»"/>
              <a:defRPr sz="2300"/>
            </a:lvl8pPr>
            <a:lvl9pPr indent="-338137" lvl="8" marL="411480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SzPts val="1725"/>
              <a:buFont typeface="Helvetica Neue"/>
              <a:buChar char="»"/>
              <a:defRPr sz="2300"/>
            </a:lvl9pPr>
          </a:lstStyle>
          <a:p/>
        </p:txBody>
      </p:sp>
      <p:sp>
        <p:nvSpPr>
          <p:cNvPr id="58" name="Google Shape;58;p30"/>
          <p:cNvSpPr txBox="1"/>
          <p:nvPr>
            <p:ph idx="3" type="body"/>
          </p:nvPr>
        </p:nvSpPr>
        <p:spPr>
          <a:xfrm>
            <a:off x="6967544" y="2046817"/>
            <a:ext cx="6062663" cy="853016"/>
          </a:xfrm>
          <a:prstGeom prst="rect">
            <a:avLst/>
          </a:prstGeom>
          <a:noFill/>
          <a:ln>
            <a:noFill/>
          </a:ln>
        </p:spPr>
        <p:txBody>
          <a:bodyPr anchorCtr="0" anchor="b" bIns="65275" lIns="130575" spcFirstLastPara="1" rIns="130575" wrap="square" tIns="65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190"/>
              </a:spcBef>
              <a:spcAft>
                <a:spcPts val="0"/>
              </a:spcAft>
              <a:buSzPts val="3060"/>
              <a:buNone/>
              <a:defRPr b="1" sz="3400"/>
            </a:lvl1pPr>
            <a:lvl2pPr indent="-228600" lvl="1" marL="914400" algn="l">
              <a:lnSpc>
                <a:spcPct val="100000"/>
              </a:lnSpc>
              <a:spcBef>
                <a:spcPts val="1015"/>
              </a:spcBef>
              <a:spcAft>
                <a:spcPts val="0"/>
              </a:spcAft>
              <a:buSzPts val="2320"/>
              <a:buNone/>
              <a:defRPr b="1" sz="2900"/>
            </a:lvl2pPr>
            <a:lvl3pPr indent="-228600" lvl="2" marL="1371600" algn="l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SzPts val="1950"/>
              <a:buNone/>
              <a:defRPr b="1" sz="2600"/>
            </a:lvl3pPr>
            <a:lvl4pPr indent="-228600" lvl="3" marL="182880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SzPts val="1725"/>
              <a:buFont typeface="Helvetica Neue"/>
              <a:buNone/>
              <a:defRPr b="1" sz="2300"/>
            </a:lvl4pPr>
            <a:lvl5pPr indent="-228600" lvl="4" marL="228600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SzPts val="1725"/>
              <a:buFont typeface="Helvetica Neue"/>
              <a:buNone/>
              <a:defRPr b="1" sz="2300"/>
            </a:lvl5pPr>
            <a:lvl6pPr indent="-228600" lvl="5" marL="274320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SzPts val="1725"/>
              <a:buFont typeface="Helvetica Neue"/>
              <a:buNone/>
              <a:defRPr b="1" sz="2300"/>
            </a:lvl6pPr>
            <a:lvl7pPr indent="-228600" lvl="6" marL="320040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SzPts val="1725"/>
              <a:buFont typeface="Helvetica Neue"/>
              <a:buNone/>
              <a:defRPr b="1" sz="2300"/>
            </a:lvl7pPr>
            <a:lvl8pPr indent="-228600" lvl="7" marL="365760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SzPts val="1725"/>
              <a:buFont typeface="Helvetica Neue"/>
              <a:buNone/>
              <a:defRPr b="1" sz="2300"/>
            </a:lvl8pPr>
            <a:lvl9pPr indent="-228600" lvl="8" marL="411480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SzPts val="1725"/>
              <a:buFont typeface="Helvetica Neue"/>
              <a:buNone/>
              <a:defRPr b="1" sz="2300"/>
            </a:lvl9pPr>
          </a:lstStyle>
          <a:p/>
        </p:txBody>
      </p:sp>
      <p:sp>
        <p:nvSpPr>
          <p:cNvPr id="59" name="Google Shape;59;p30"/>
          <p:cNvSpPr txBox="1"/>
          <p:nvPr>
            <p:ph idx="4" type="body"/>
          </p:nvPr>
        </p:nvSpPr>
        <p:spPr>
          <a:xfrm>
            <a:off x="6967544" y="2899833"/>
            <a:ext cx="6062663" cy="5268384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noAutofit/>
          </a:bodyPr>
          <a:lstStyle>
            <a:lvl1pPr indent="-422910" lvl="0" marL="457200" algn="l">
              <a:lnSpc>
                <a:spcPct val="100000"/>
              </a:lnSpc>
              <a:spcBef>
                <a:spcPts val="1190"/>
              </a:spcBef>
              <a:spcAft>
                <a:spcPts val="0"/>
              </a:spcAft>
              <a:buSzPts val="3060"/>
              <a:buChar char="●"/>
              <a:defRPr sz="3400"/>
            </a:lvl1pPr>
            <a:lvl2pPr indent="-375919" lvl="1" marL="914400" algn="l">
              <a:lnSpc>
                <a:spcPct val="100000"/>
              </a:lnSpc>
              <a:spcBef>
                <a:spcPts val="1015"/>
              </a:spcBef>
              <a:spcAft>
                <a:spcPts val="0"/>
              </a:spcAft>
              <a:buSzPts val="2320"/>
              <a:buChar char="●"/>
              <a:defRPr sz="2900"/>
            </a:lvl2pPr>
            <a:lvl3pPr indent="-352425" lvl="2" marL="1371600" algn="l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SzPts val="1950"/>
              <a:buChar char="4"/>
              <a:defRPr sz="2600"/>
            </a:lvl3pPr>
            <a:lvl4pPr indent="-338137" lvl="3" marL="182880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SzPts val="1725"/>
              <a:buFont typeface="Helvetica Neue"/>
              <a:buChar char="–"/>
              <a:defRPr sz="2300"/>
            </a:lvl4pPr>
            <a:lvl5pPr indent="-338137" lvl="4" marL="228600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SzPts val="1725"/>
              <a:buFont typeface="Helvetica Neue"/>
              <a:buChar char="»"/>
              <a:defRPr sz="2300"/>
            </a:lvl5pPr>
            <a:lvl6pPr indent="-338137" lvl="5" marL="274320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SzPts val="1725"/>
              <a:buFont typeface="Helvetica Neue"/>
              <a:buChar char="»"/>
              <a:defRPr sz="2300"/>
            </a:lvl6pPr>
            <a:lvl7pPr indent="-338137" lvl="6" marL="320040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SzPts val="1725"/>
              <a:buFont typeface="Helvetica Neue"/>
              <a:buChar char="»"/>
              <a:defRPr sz="2300"/>
            </a:lvl7pPr>
            <a:lvl8pPr indent="-338137" lvl="7" marL="365760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SzPts val="1725"/>
              <a:buFont typeface="Helvetica Neue"/>
              <a:buChar char="»"/>
              <a:defRPr sz="2300"/>
            </a:lvl8pPr>
            <a:lvl9pPr indent="-338137" lvl="8" marL="411480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SzPts val="1725"/>
              <a:buFont typeface="Helvetica Neue"/>
              <a:buChar char="»"/>
              <a:defRPr sz="23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1"/>
          <p:cNvSpPr txBox="1"/>
          <p:nvPr>
            <p:ph type="title"/>
          </p:nvPr>
        </p:nvSpPr>
        <p:spPr>
          <a:xfrm>
            <a:off x="685800" y="369887"/>
            <a:ext cx="12344400" cy="768350"/>
          </a:xfrm>
          <a:prstGeom prst="rect">
            <a:avLst/>
          </a:prstGeom>
          <a:noFill/>
          <a:ln>
            <a:noFill/>
          </a:ln>
        </p:spPr>
        <p:txBody>
          <a:bodyPr anchorCtr="0" anchor="b" bIns="65275" lIns="130575" spcFirstLastPara="1" rIns="130575" wrap="square" tIns="65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1"/>
          <p:cNvSpPr txBox="1"/>
          <p:nvPr>
            <p:ph idx="1" type="body"/>
          </p:nvPr>
        </p:nvSpPr>
        <p:spPr>
          <a:xfrm>
            <a:off x="1209675" y="1644657"/>
            <a:ext cx="6057900" cy="6040967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noAutofit/>
          </a:bodyPr>
          <a:lstStyle>
            <a:lvl1pPr indent="-457200" lvl="0" marL="4572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3600"/>
              <a:buChar char="●"/>
              <a:defRPr sz="4000"/>
            </a:lvl1pPr>
            <a:lvl2pPr indent="-401319" lvl="1" marL="914400" algn="l">
              <a:lnSpc>
                <a:spcPct val="100000"/>
              </a:lnSpc>
              <a:spcBef>
                <a:spcPts val="1190"/>
              </a:spcBef>
              <a:spcAft>
                <a:spcPts val="0"/>
              </a:spcAft>
              <a:buSzPts val="2720"/>
              <a:buChar char="●"/>
              <a:defRPr sz="3400"/>
            </a:lvl2pPr>
            <a:lvl3pPr indent="-366712" lvl="2" marL="1371600" algn="l">
              <a:lnSpc>
                <a:spcPct val="100000"/>
              </a:lnSpc>
              <a:spcBef>
                <a:spcPts val="1015"/>
              </a:spcBef>
              <a:spcAft>
                <a:spcPts val="0"/>
              </a:spcAft>
              <a:buSzPts val="2175"/>
              <a:buChar char="4"/>
              <a:defRPr sz="2900"/>
            </a:lvl3pPr>
            <a:lvl4pPr indent="-352425" lvl="3" marL="1828800" algn="l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SzPts val="1950"/>
              <a:buFont typeface="Helvetica Neue"/>
              <a:buChar char="–"/>
              <a:defRPr sz="2600"/>
            </a:lvl4pPr>
            <a:lvl5pPr indent="-352425" lvl="4" marL="2286000" algn="l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SzPts val="1950"/>
              <a:buFont typeface="Helvetica Neue"/>
              <a:buChar char="»"/>
              <a:defRPr sz="2600"/>
            </a:lvl5pPr>
            <a:lvl6pPr indent="-352425" lvl="5" marL="2743200" algn="l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SzPts val="1950"/>
              <a:buFont typeface="Helvetica Neue"/>
              <a:buChar char="»"/>
              <a:defRPr sz="2600"/>
            </a:lvl6pPr>
            <a:lvl7pPr indent="-352425" lvl="6" marL="3200400" algn="l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SzPts val="1950"/>
              <a:buFont typeface="Helvetica Neue"/>
              <a:buChar char="»"/>
              <a:defRPr sz="2600"/>
            </a:lvl7pPr>
            <a:lvl8pPr indent="-352425" lvl="7" marL="3657600" algn="l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SzPts val="1950"/>
              <a:buFont typeface="Helvetica Neue"/>
              <a:buChar char="»"/>
              <a:defRPr sz="2600"/>
            </a:lvl8pPr>
            <a:lvl9pPr indent="-352425" lvl="8" marL="4114800" algn="l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SzPts val="1950"/>
              <a:buFont typeface="Helvetica Neue"/>
              <a:buChar char="»"/>
              <a:defRPr sz="2600"/>
            </a:lvl9pPr>
          </a:lstStyle>
          <a:p/>
        </p:txBody>
      </p:sp>
      <p:sp>
        <p:nvSpPr>
          <p:cNvPr id="63" name="Google Shape;63;p31"/>
          <p:cNvSpPr txBox="1"/>
          <p:nvPr>
            <p:ph idx="2" type="body"/>
          </p:nvPr>
        </p:nvSpPr>
        <p:spPr>
          <a:xfrm>
            <a:off x="7496175" y="1644657"/>
            <a:ext cx="6057900" cy="6040967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noAutofit/>
          </a:bodyPr>
          <a:lstStyle>
            <a:lvl1pPr indent="-457200" lvl="0" marL="4572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3600"/>
              <a:buChar char="●"/>
              <a:defRPr sz="4000"/>
            </a:lvl1pPr>
            <a:lvl2pPr indent="-401319" lvl="1" marL="914400" algn="l">
              <a:lnSpc>
                <a:spcPct val="100000"/>
              </a:lnSpc>
              <a:spcBef>
                <a:spcPts val="1190"/>
              </a:spcBef>
              <a:spcAft>
                <a:spcPts val="0"/>
              </a:spcAft>
              <a:buSzPts val="2720"/>
              <a:buChar char="●"/>
              <a:defRPr sz="3400"/>
            </a:lvl2pPr>
            <a:lvl3pPr indent="-366712" lvl="2" marL="1371600" algn="l">
              <a:lnSpc>
                <a:spcPct val="100000"/>
              </a:lnSpc>
              <a:spcBef>
                <a:spcPts val="1015"/>
              </a:spcBef>
              <a:spcAft>
                <a:spcPts val="0"/>
              </a:spcAft>
              <a:buSzPts val="2175"/>
              <a:buChar char="4"/>
              <a:defRPr sz="2900"/>
            </a:lvl3pPr>
            <a:lvl4pPr indent="-352425" lvl="3" marL="1828800" algn="l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SzPts val="1950"/>
              <a:buFont typeface="Helvetica Neue"/>
              <a:buChar char="–"/>
              <a:defRPr sz="2600"/>
            </a:lvl4pPr>
            <a:lvl5pPr indent="-352425" lvl="4" marL="2286000" algn="l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SzPts val="1950"/>
              <a:buFont typeface="Helvetica Neue"/>
              <a:buChar char="»"/>
              <a:defRPr sz="2600"/>
            </a:lvl5pPr>
            <a:lvl6pPr indent="-352425" lvl="5" marL="2743200" algn="l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SzPts val="1950"/>
              <a:buFont typeface="Helvetica Neue"/>
              <a:buChar char="»"/>
              <a:defRPr sz="2600"/>
            </a:lvl6pPr>
            <a:lvl7pPr indent="-352425" lvl="6" marL="3200400" algn="l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SzPts val="1950"/>
              <a:buFont typeface="Helvetica Neue"/>
              <a:buChar char="»"/>
              <a:defRPr sz="2600"/>
            </a:lvl7pPr>
            <a:lvl8pPr indent="-352425" lvl="7" marL="3657600" algn="l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SzPts val="1950"/>
              <a:buFont typeface="Helvetica Neue"/>
              <a:buChar char="»"/>
              <a:defRPr sz="2600"/>
            </a:lvl8pPr>
            <a:lvl9pPr indent="-352425" lvl="8" marL="4114800" algn="l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SzPts val="1950"/>
              <a:buFont typeface="Helvetica Neue"/>
              <a:buChar char="»"/>
              <a:defRPr sz="2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2"/>
          <p:cNvSpPr txBox="1"/>
          <p:nvPr>
            <p:ph type="title"/>
          </p:nvPr>
        </p:nvSpPr>
        <p:spPr>
          <a:xfrm>
            <a:off x="1083470" y="5875867"/>
            <a:ext cx="11658600" cy="18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57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" type="body"/>
          </p:nvPr>
        </p:nvSpPr>
        <p:spPr>
          <a:xfrm>
            <a:off x="1083470" y="3875624"/>
            <a:ext cx="11658600" cy="2000249"/>
          </a:xfrm>
          <a:prstGeom prst="rect">
            <a:avLst/>
          </a:prstGeom>
          <a:noFill/>
          <a:ln>
            <a:noFill/>
          </a:ln>
        </p:spPr>
        <p:txBody>
          <a:bodyPr anchorCtr="0" anchor="b" bIns="65275" lIns="130575" spcFirstLastPara="1" rIns="130575" wrap="square" tIns="65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15"/>
              </a:spcBef>
              <a:spcAft>
                <a:spcPts val="0"/>
              </a:spcAft>
              <a:buSzPts val="2610"/>
              <a:buNone/>
              <a:defRPr sz="2900"/>
            </a:lvl1pPr>
            <a:lvl2pPr indent="-228600" lvl="1" marL="914400" algn="l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SzPts val="2080"/>
              <a:buNone/>
              <a:defRPr sz="2600"/>
            </a:lvl2pPr>
            <a:lvl3pPr indent="-228600" lvl="2" marL="137160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SzPts val="1725"/>
              <a:buNone/>
              <a:defRPr sz="2300"/>
            </a:lvl3pPr>
            <a:lvl4pPr indent="-2286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None/>
              <a:defRPr sz="2000"/>
            </a:lvl4pPr>
            <a:lvl5pPr indent="-2286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None/>
              <a:defRPr sz="2000"/>
            </a:lvl5pPr>
            <a:lvl6pPr indent="-2286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None/>
              <a:defRPr sz="2000"/>
            </a:lvl6pPr>
            <a:lvl7pPr indent="-2286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None/>
              <a:defRPr sz="2000"/>
            </a:lvl7pPr>
            <a:lvl8pPr indent="-2286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None/>
              <a:defRPr sz="2000"/>
            </a:lvl8pPr>
            <a:lvl9pPr indent="-2286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0"/>
          <p:cNvGrpSpPr/>
          <p:nvPr/>
        </p:nvGrpSpPr>
        <p:grpSpPr>
          <a:xfrm>
            <a:off x="298450" y="3948112"/>
            <a:ext cx="12915900" cy="268287"/>
            <a:chOff x="125" y="1865"/>
            <a:chExt cx="5424" cy="127"/>
          </a:xfrm>
        </p:grpSpPr>
        <p:sp>
          <p:nvSpPr>
            <p:cNvPr id="11" name="Google Shape;11;p20"/>
            <p:cNvSpPr txBox="1"/>
            <p:nvPr/>
          </p:nvSpPr>
          <p:spPr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2" name="Google Shape;12;p20"/>
            <p:cNvSpPr txBox="1"/>
            <p:nvPr/>
          </p:nvSpPr>
          <p:spPr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3" name="Google Shape;13;p20"/>
            <p:cNvSpPr txBox="1"/>
            <p:nvPr/>
          </p:nvSpPr>
          <p:spPr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4" name="Google Shape;14;p20"/>
          <p:cNvSpPr txBox="1"/>
          <p:nvPr/>
        </p:nvSpPr>
        <p:spPr>
          <a:xfrm>
            <a:off x="9734550" y="8783637"/>
            <a:ext cx="4070350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rgbClr val="33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Silberschatz, Galvin and Gagne ©2013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0"/>
          <p:cNvSpPr txBox="1"/>
          <p:nvPr/>
        </p:nvSpPr>
        <p:spPr>
          <a:xfrm>
            <a:off x="41275" y="8818562"/>
            <a:ext cx="3789362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rgbClr val="33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 System Concepts  – 9</a:t>
            </a:r>
            <a:r>
              <a:rPr b="1" baseline="30000" i="0" lang="en-US" sz="1400" u="none" cap="none" strike="noStrike">
                <a:solidFill>
                  <a:srgbClr val="33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b="1" i="0" lang="en-US" sz="1400" u="none" cap="none" strike="noStrike">
                <a:solidFill>
                  <a:srgbClr val="33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no_4" id="16" name="Google Shape;16;p2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041900" y="5543550"/>
            <a:ext cx="3092450" cy="2125662"/>
          </a:xfrm>
          <a:prstGeom prst="rect">
            <a:avLst/>
          </a:prstGeom>
          <a:noFill/>
          <a:ln cap="flat" cmpd="sng" w="76200">
            <a:solidFill>
              <a:srgbClr val="336699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7" name="Google Shape;17;p20"/>
          <p:cNvSpPr txBox="1"/>
          <p:nvPr/>
        </p:nvSpPr>
        <p:spPr>
          <a:xfrm>
            <a:off x="4837112" y="5354637"/>
            <a:ext cx="3505200" cy="2517775"/>
          </a:xfrm>
          <a:prstGeom prst="rect">
            <a:avLst/>
          </a:prstGeom>
          <a:noFill/>
          <a:ln cap="flat" cmpd="thinThick" w="57150">
            <a:solidFill>
              <a:srgbClr val="66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5275" lIns="130575" spcFirstLastPara="1" rIns="130575" wrap="square" tIns="65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" name="Google Shape;18;p20"/>
          <p:cNvSpPr txBox="1"/>
          <p:nvPr>
            <p:ph type="title"/>
          </p:nvPr>
        </p:nvSpPr>
        <p:spPr>
          <a:xfrm>
            <a:off x="685800" y="369887"/>
            <a:ext cx="12344400" cy="768350"/>
          </a:xfrm>
          <a:prstGeom prst="rect">
            <a:avLst/>
          </a:prstGeom>
          <a:noFill/>
          <a:ln>
            <a:noFill/>
          </a:ln>
        </p:spPr>
        <p:txBody>
          <a:bodyPr anchorCtr="0" anchor="b" bIns="65275" lIns="130575" spcFirstLastPara="1" rIns="130575" wrap="square" tIns="65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6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6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6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6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6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6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6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6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6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20"/>
          <p:cNvSpPr txBox="1"/>
          <p:nvPr>
            <p:ph idx="1" type="body"/>
          </p:nvPr>
        </p:nvSpPr>
        <p:spPr>
          <a:xfrm>
            <a:off x="1209675" y="1644650"/>
            <a:ext cx="12344400" cy="6040437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noAutofit/>
          </a:bodyPr>
          <a:lstStyle>
            <a:lvl1pPr indent="-411480" lvl="0" marL="457200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993300"/>
              </a:buClr>
              <a:buSzPts val="2880"/>
              <a:buFont typeface="Arial"/>
              <a:buChar char="●"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70840" lvl="1" marL="914400" marR="0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CC6600"/>
              </a:buClr>
              <a:buSzPts val="2240"/>
              <a:buFont typeface="Arial"/>
              <a:buChar char="●"/>
              <a:defRPr b="0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9900"/>
              </a:buClr>
              <a:buSzPts val="1800"/>
              <a:buFont typeface="Arimo"/>
              <a:buChar char="4"/>
              <a:defRPr b="0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Helvetica Neue"/>
              <a:buChar char="–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66"/>
              </a:buClr>
              <a:buSzPts val="15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no_3" id="23" name="Google Shape;23;p2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28625" y="0"/>
            <a:ext cx="1793875" cy="121126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2"/>
          <p:cNvSpPr txBox="1"/>
          <p:nvPr>
            <p:ph type="title"/>
          </p:nvPr>
        </p:nvSpPr>
        <p:spPr>
          <a:xfrm>
            <a:off x="685800" y="369887"/>
            <a:ext cx="12344400" cy="768350"/>
          </a:xfrm>
          <a:prstGeom prst="rect">
            <a:avLst/>
          </a:prstGeom>
          <a:noFill/>
          <a:ln>
            <a:noFill/>
          </a:ln>
        </p:spPr>
        <p:txBody>
          <a:bodyPr anchorCtr="0" anchor="b" bIns="65275" lIns="130575" spcFirstLastPara="1" rIns="130575" wrap="square" tIns="65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6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6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6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6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6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6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6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6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6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22"/>
          <p:cNvSpPr txBox="1"/>
          <p:nvPr>
            <p:ph idx="1" type="body"/>
          </p:nvPr>
        </p:nvSpPr>
        <p:spPr>
          <a:xfrm>
            <a:off x="1209675" y="1644650"/>
            <a:ext cx="12344400" cy="6040437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noAutofit/>
          </a:bodyPr>
          <a:lstStyle>
            <a:lvl1pPr indent="-411480" lvl="0" marL="457200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993300"/>
              </a:buClr>
              <a:buSzPts val="2880"/>
              <a:buFont typeface="Arial"/>
              <a:buChar char="●"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70840" lvl="1" marL="914400" marR="0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CC6600"/>
              </a:buClr>
              <a:buSzPts val="2240"/>
              <a:buFont typeface="Arial"/>
              <a:buChar char="●"/>
              <a:defRPr b="0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9900"/>
              </a:buClr>
              <a:buSzPts val="1800"/>
              <a:buFont typeface="Arimo"/>
              <a:buChar char="4"/>
              <a:defRPr b="0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Helvetica Neue"/>
              <a:buChar char="–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66"/>
              </a:buClr>
              <a:buSzPts val="15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6" name="Google Shape;26;p22"/>
          <p:cNvSpPr txBox="1"/>
          <p:nvPr/>
        </p:nvSpPr>
        <p:spPr>
          <a:xfrm>
            <a:off x="0" y="0"/>
            <a:ext cx="342900" cy="3048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anchorCtr="0" anchor="ctr" bIns="65275" lIns="130575" spcFirstLastPara="1" rIns="130575" wrap="square" tIns="65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27" name="Google Shape;27;p22"/>
          <p:cNvCxnSpPr/>
          <p:nvPr/>
        </p:nvCxnSpPr>
        <p:spPr>
          <a:xfrm>
            <a:off x="685800" y="1147762"/>
            <a:ext cx="12115800" cy="0"/>
          </a:xfrm>
          <a:prstGeom prst="straightConnector1">
            <a:avLst/>
          </a:prstGeom>
          <a:noFill/>
          <a:ln cap="flat" cmpd="sng" w="19050">
            <a:solidFill>
              <a:srgbClr val="3366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" name="Google Shape;28;p22"/>
          <p:cNvSpPr txBox="1"/>
          <p:nvPr/>
        </p:nvSpPr>
        <p:spPr>
          <a:xfrm>
            <a:off x="0" y="3048000"/>
            <a:ext cx="342900" cy="3048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anchorCtr="0" anchor="ctr" bIns="65275" lIns="130575" spcFirstLastPara="1" rIns="130575" wrap="square" tIns="65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" name="Google Shape;29;p22"/>
          <p:cNvSpPr txBox="1"/>
          <p:nvPr/>
        </p:nvSpPr>
        <p:spPr>
          <a:xfrm>
            <a:off x="0" y="6096000"/>
            <a:ext cx="342900" cy="3048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anchorCtr="0" anchor="ctr" bIns="65275" lIns="130575" spcFirstLastPara="1" rIns="130575" wrap="square" tIns="65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" name="Google Shape;30;p22"/>
          <p:cNvSpPr txBox="1"/>
          <p:nvPr/>
        </p:nvSpPr>
        <p:spPr>
          <a:xfrm>
            <a:off x="6403975" y="8818562"/>
            <a:ext cx="631825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6.</a:t>
            </a:r>
            <a:fld id="{00000000-1234-1234-1234-123412341234}" type="slidenum">
              <a:rPr b="1" i="0" lang="en-US" sz="1400" u="none" cap="none" strike="noStrik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2"/>
          <p:cNvSpPr txBox="1"/>
          <p:nvPr/>
        </p:nvSpPr>
        <p:spPr>
          <a:xfrm>
            <a:off x="9734550" y="8783637"/>
            <a:ext cx="4070350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Silberschatz, Galvin and Gagne ©2013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2"/>
          <p:cNvSpPr txBox="1"/>
          <p:nvPr/>
        </p:nvSpPr>
        <p:spPr>
          <a:xfrm>
            <a:off x="279400" y="8828087"/>
            <a:ext cx="3738562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 System Concepts – 9</a:t>
            </a:r>
            <a:r>
              <a:rPr b="1" baseline="30000" i="0" lang="en-US" sz="1400" u="none" cap="none" strike="noStrik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b="1" i="0" lang="en-US" sz="1400" u="none" cap="none" strike="noStrik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no_6" id="33" name="Google Shape;33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661775" y="7799387"/>
            <a:ext cx="1925637" cy="1057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/>
          <p:nvPr>
            <p:ph type="ctrTitle"/>
          </p:nvPr>
        </p:nvSpPr>
        <p:spPr>
          <a:xfrm>
            <a:off x="1028700" y="914400"/>
            <a:ext cx="11658600" cy="2836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275" lIns="130575" spcFirstLastPara="1" rIns="130575" wrap="square" tIns="65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6100"/>
              <a:buFont typeface="Arial"/>
              <a:buNone/>
            </a:pPr>
            <a:r>
              <a:rPr b="1" i="0" lang="en-US" sz="61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Chapter 6:  CPU Scheduling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/>
          <p:nvPr>
            <p:ph type="title"/>
          </p:nvPr>
        </p:nvSpPr>
        <p:spPr>
          <a:xfrm>
            <a:off x="685800" y="369887"/>
            <a:ext cx="12344400" cy="768350"/>
          </a:xfrm>
          <a:prstGeom prst="rect">
            <a:avLst/>
          </a:prstGeom>
          <a:noFill/>
          <a:ln>
            <a:noFill/>
          </a:ln>
        </p:spPr>
        <p:txBody>
          <a:bodyPr anchorCtr="0" anchor="b" bIns="65275" lIns="130575" spcFirstLastPara="1" rIns="130575" wrap="square" tIns="65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4600"/>
              <a:buFont typeface="Arial"/>
              <a:buNone/>
            </a:pPr>
            <a:r>
              <a:rPr b="1" i="0" lang="en-US" sz="46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Basic Concepts</a:t>
            </a:r>
            <a:endParaRPr/>
          </a:p>
        </p:txBody>
      </p:sp>
      <p:sp>
        <p:nvSpPr>
          <p:cNvPr id="79" name="Google Shape;79;p2"/>
          <p:cNvSpPr txBox="1"/>
          <p:nvPr>
            <p:ph idx="1" type="body"/>
          </p:nvPr>
        </p:nvSpPr>
        <p:spPr>
          <a:xfrm>
            <a:off x="1262062" y="1700212"/>
            <a:ext cx="5967412" cy="6742112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noAutofit/>
          </a:bodyPr>
          <a:lstStyle/>
          <a:p>
            <a:pPr indent="-487362" lvl="0" marL="4873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Maximum CPU utilization obtained with multiprogramming</a:t>
            </a:r>
            <a:endParaRPr/>
          </a:p>
          <a:p>
            <a:pPr indent="-384492" lvl="0" marL="48736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87362" lvl="0" marL="48736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CPU–I/O Burst Cycle – Process execution consists of a 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cycle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CPU execution and I/O wait</a:t>
            </a:r>
            <a:endParaRPr/>
          </a:p>
          <a:p>
            <a:pPr indent="-384492" lvl="0" marL="48736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87362" lvl="0" marL="48736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CPU burst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followed by 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I/O burst</a:t>
            </a:r>
            <a:b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487362" lvl="0" marL="48736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CPU burst distribution is of main concern</a:t>
            </a:r>
            <a:endParaRPr/>
          </a:p>
          <a:p>
            <a:pPr indent="-384492" lvl="0" marL="487363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6_01.pdf" id="80" name="Google Shape;8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1750" y="1311275"/>
            <a:ext cx="3960812" cy="7405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/>
          <p:nvPr>
            <p:ph type="title"/>
          </p:nvPr>
        </p:nvSpPr>
        <p:spPr>
          <a:xfrm>
            <a:off x="1257300" y="369887"/>
            <a:ext cx="11772900" cy="768350"/>
          </a:xfrm>
          <a:prstGeom prst="rect">
            <a:avLst/>
          </a:prstGeom>
          <a:noFill/>
          <a:ln>
            <a:noFill/>
          </a:ln>
        </p:spPr>
        <p:txBody>
          <a:bodyPr anchorCtr="0" anchor="b" bIns="65275" lIns="130575" spcFirstLastPara="1" rIns="130575" wrap="square" tIns="65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4600"/>
              <a:buFont typeface="Arial"/>
              <a:buNone/>
            </a:pPr>
            <a:r>
              <a:rPr b="1" i="0" lang="en-US" sz="46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CPU Scheduler</a:t>
            </a:r>
            <a:endParaRPr/>
          </a:p>
        </p:txBody>
      </p:sp>
      <p:sp>
        <p:nvSpPr>
          <p:cNvPr id="87" name="Google Shape;87;p3"/>
          <p:cNvSpPr txBox="1"/>
          <p:nvPr>
            <p:ph idx="1" type="body"/>
          </p:nvPr>
        </p:nvSpPr>
        <p:spPr>
          <a:xfrm>
            <a:off x="1209675" y="1644650"/>
            <a:ext cx="11514137" cy="6040437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noAutofit/>
          </a:bodyPr>
          <a:lstStyle/>
          <a:p>
            <a:pPr indent="-488950" lvl="0" marL="488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b="1" i="0" lang="en-US" sz="24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Short-term scheduler 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selects among the processes in ready queue, and allocates the CPU to one of them</a:t>
            </a:r>
            <a:endParaRPr/>
          </a:p>
          <a:p>
            <a:pPr indent="-407987" lvl="1" marL="106045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Queue may be ordered in various ways</a:t>
            </a:r>
            <a:endParaRPr/>
          </a:p>
          <a:p>
            <a:pPr indent="-488950" lvl="0" marL="48895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CPU scheduling decisions may take place when a process:</a:t>
            </a:r>
            <a:endParaRPr/>
          </a:p>
          <a:p>
            <a:pPr indent="-407987" lvl="1" marL="106045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920"/>
              <a:buNone/>
            </a:pPr>
            <a:r>
              <a:rPr b="0" i="0" lang="en-US" sz="240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	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Switches from running to waiting state</a:t>
            </a:r>
            <a:endParaRPr/>
          </a:p>
          <a:p>
            <a:pPr indent="-407987" lvl="1" marL="106045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920"/>
              <a:buNone/>
            </a:pPr>
            <a:r>
              <a:rPr b="0" i="0" lang="en-US" sz="240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Switches from running to ready state</a:t>
            </a:r>
            <a:endParaRPr/>
          </a:p>
          <a:p>
            <a:pPr indent="-407987" lvl="1" marL="106045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920"/>
              <a:buNone/>
            </a:pPr>
            <a:r>
              <a:rPr b="0" i="0" lang="en-US" sz="240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Switches from waiting to ready</a:t>
            </a:r>
            <a:endParaRPr/>
          </a:p>
          <a:p>
            <a:pPr indent="-407987" lvl="1" marL="106045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920"/>
              <a:buNone/>
            </a:pPr>
            <a:r>
              <a:rPr lang="en-US" sz="2400">
                <a:solidFill>
                  <a:srgbClr val="CC6600"/>
                </a:solidFill>
              </a:rPr>
              <a:t>4.</a:t>
            </a:r>
            <a:r>
              <a:rPr lang="en-US" sz="2400"/>
              <a:t>	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Terminates</a:t>
            </a:r>
            <a:endParaRPr/>
          </a:p>
          <a:p>
            <a:pPr indent="-488950" lvl="0" marL="48895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Scheduling under 1 and 4 is </a:t>
            </a:r>
            <a:r>
              <a:rPr b="1" i="0" lang="en-US" sz="24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nonpreemptive</a:t>
            </a:r>
            <a:endParaRPr/>
          </a:p>
          <a:p>
            <a:pPr indent="-488950" lvl="0" marL="48895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other scheduling is </a:t>
            </a:r>
            <a:r>
              <a:rPr b="1" i="0" lang="en-US" sz="24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preemptive</a:t>
            </a:r>
            <a:endParaRPr/>
          </a:p>
          <a:p>
            <a:pPr indent="-407987" lvl="1" marL="106045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Consider access to shared data</a:t>
            </a:r>
            <a:endParaRPr/>
          </a:p>
          <a:p>
            <a:pPr indent="-407987" lvl="1" marL="106045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Consider preemption while in kernel mode</a:t>
            </a:r>
            <a:endParaRPr/>
          </a:p>
          <a:p>
            <a:pPr indent="-407987" lvl="1" marL="106045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Consider interrupts occurring during crucial OS activities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 txBox="1"/>
          <p:nvPr>
            <p:ph type="title"/>
          </p:nvPr>
        </p:nvSpPr>
        <p:spPr>
          <a:xfrm>
            <a:off x="685800" y="369887"/>
            <a:ext cx="12344400" cy="768350"/>
          </a:xfrm>
          <a:prstGeom prst="rect">
            <a:avLst/>
          </a:prstGeom>
          <a:noFill/>
          <a:ln>
            <a:noFill/>
          </a:ln>
        </p:spPr>
        <p:txBody>
          <a:bodyPr anchorCtr="0" anchor="b" bIns="65275" lIns="130575" spcFirstLastPara="1" rIns="130575" wrap="square" tIns="65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4600"/>
              <a:buFont typeface="Arial"/>
              <a:buNone/>
            </a:pPr>
            <a:r>
              <a:rPr b="1" i="0" lang="en-US" sz="46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Dispatcher</a:t>
            </a:r>
            <a:endParaRPr/>
          </a:p>
        </p:txBody>
      </p:sp>
      <p:sp>
        <p:nvSpPr>
          <p:cNvPr id="94" name="Google Shape;94;p4"/>
          <p:cNvSpPr txBox="1"/>
          <p:nvPr>
            <p:ph idx="1" type="body"/>
          </p:nvPr>
        </p:nvSpPr>
        <p:spPr>
          <a:xfrm>
            <a:off x="1241425" y="1843075"/>
            <a:ext cx="11418300" cy="59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noAutofit/>
          </a:bodyPr>
          <a:lstStyle/>
          <a:p>
            <a:pPr indent="-487362" lvl="0" marL="4873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520"/>
              <a:buFont typeface="Arial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Dispatcher module gives control of the CPU to the process selected by the short-term scheduler; this involves:</a:t>
            </a:r>
            <a:endParaRPr/>
          </a:p>
          <a:p>
            <a:pPr indent="-406399" lvl="1" marL="1058862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CC6600"/>
              </a:buClr>
              <a:buSzPts val="2240"/>
              <a:buFont typeface="Arial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switching context</a:t>
            </a:r>
            <a:endParaRPr/>
          </a:p>
          <a:p>
            <a:pPr indent="-406399" lvl="1" marL="1058862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CC6600"/>
              </a:buClr>
              <a:buSzPts val="2240"/>
              <a:buFont typeface="Arial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switching to user mode</a:t>
            </a:r>
            <a:endParaRPr/>
          </a:p>
          <a:p>
            <a:pPr indent="-406399" lvl="1" marL="1058862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CC6600"/>
              </a:buClr>
              <a:buSzPts val="2240"/>
              <a:buFont typeface="Arial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jumping to the proper location in the user program to restart that program</a:t>
            </a:r>
            <a:endParaRPr/>
          </a:p>
          <a:p>
            <a:pPr indent="-264159" lvl="1" marL="1058862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CC6600"/>
              </a:buClr>
              <a:buSzPts val="224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87362" lvl="0" marL="487362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993300"/>
              </a:buClr>
              <a:buSzPts val="2520"/>
              <a:buFont typeface="Arial"/>
              <a:buChar char="●"/>
            </a:pPr>
            <a:r>
              <a:rPr b="1" i="0" lang="en-US" sz="2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Dispatch latency 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time it takes for the dispatcher to stop one process and start another running</a:t>
            </a:r>
            <a:endParaRPr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 txBox="1"/>
          <p:nvPr>
            <p:ph type="title"/>
          </p:nvPr>
        </p:nvSpPr>
        <p:spPr>
          <a:xfrm>
            <a:off x="1485900" y="369887"/>
            <a:ext cx="11544300" cy="768350"/>
          </a:xfrm>
          <a:prstGeom prst="rect">
            <a:avLst/>
          </a:prstGeom>
          <a:noFill/>
          <a:ln>
            <a:noFill/>
          </a:ln>
        </p:spPr>
        <p:txBody>
          <a:bodyPr anchorCtr="0" anchor="b" bIns="65275" lIns="130575" spcFirstLastPara="1" rIns="130575" wrap="square" tIns="65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4600"/>
              <a:buFont typeface="Arial"/>
              <a:buNone/>
            </a:pPr>
            <a:r>
              <a:rPr b="1" i="0" lang="en-US" sz="46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Scheduling Criteria</a:t>
            </a:r>
            <a:endParaRPr/>
          </a:p>
        </p:txBody>
      </p:sp>
      <p:sp>
        <p:nvSpPr>
          <p:cNvPr id="101" name="Google Shape;101;p5"/>
          <p:cNvSpPr txBox="1"/>
          <p:nvPr>
            <p:ph idx="1" type="body"/>
          </p:nvPr>
        </p:nvSpPr>
        <p:spPr>
          <a:xfrm>
            <a:off x="1228725" y="1585912"/>
            <a:ext cx="11457000" cy="66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noAutofit/>
          </a:bodyPr>
          <a:lstStyle/>
          <a:p>
            <a:pPr indent="-487362" lvl="0" marL="4873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520"/>
              <a:buFont typeface="Arial"/>
              <a:buChar char="●"/>
            </a:pPr>
            <a:r>
              <a:rPr b="1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CPU utilization 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keep the CPU as busy as possible</a:t>
            </a:r>
            <a:endParaRPr/>
          </a:p>
          <a:p>
            <a:pPr indent="-327342" lvl="0" marL="487362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993300"/>
              </a:buClr>
              <a:buSzPts val="252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87362" lvl="0" marL="487362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993300"/>
              </a:buClr>
              <a:buSzPts val="2520"/>
              <a:buFont typeface="Arial"/>
              <a:buChar char="●"/>
            </a:pPr>
            <a:r>
              <a:rPr b="1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Throughput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</a:t>
            </a:r>
            <a:r>
              <a:rPr lang="en-US" sz="2800"/>
              <a:t>number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processes that complete their execution per time unit</a:t>
            </a:r>
            <a:endParaRPr/>
          </a:p>
          <a:p>
            <a:pPr indent="-327342" lvl="0" marL="487362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993300"/>
              </a:buClr>
              <a:buSzPts val="252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87362" lvl="0" marL="487362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993300"/>
              </a:buClr>
              <a:buSzPts val="2520"/>
              <a:buFont typeface="Arial"/>
              <a:buChar char="●"/>
            </a:pPr>
            <a:r>
              <a:rPr b="1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Turnaround time 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amount of time to execute a particular process</a:t>
            </a:r>
            <a:endParaRPr/>
          </a:p>
          <a:p>
            <a:pPr indent="-327342" lvl="0" marL="487362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993300"/>
              </a:buClr>
              <a:buSzPts val="252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87362" lvl="0" marL="487362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993300"/>
              </a:buClr>
              <a:buSzPts val="2520"/>
              <a:buFont typeface="Arial"/>
              <a:buChar char="●"/>
            </a:pPr>
            <a:r>
              <a:rPr b="1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Waiting time 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amount of time a process has been waiting in the ready queue</a:t>
            </a:r>
            <a:endParaRPr/>
          </a:p>
          <a:p>
            <a:pPr indent="-327342" lvl="0" marL="487362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993300"/>
              </a:buClr>
              <a:buSzPts val="252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87362" lvl="0" marL="487362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993300"/>
              </a:buClr>
              <a:buSzPts val="2520"/>
              <a:buFont typeface="Arial"/>
              <a:buChar char="●"/>
            </a:pPr>
            <a:r>
              <a:rPr b="1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Response time 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amount of time it takes from when a request was submitted until the first response is produced, not output  (for time-sharing environment)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 txBox="1"/>
          <p:nvPr>
            <p:ph type="title"/>
          </p:nvPr>
        </p:nvSpPr>
        <p:spPr>
          <a:xfrm>
            <a:off x="1485900" y="369887"/>
            <a:ext cx="11544300" cy="768350"/>
          </a:xfrm>
          <a:prstGeom prst="rect">
            <a:avLst/>
          </a:prstGeom>
          <a:noFill/>
          <a:ln>
            <a:noFill/>
          </a:ln>
        </p:spPr>
        <p:txBody>
          <a:bodyPr anchorCtr="0" anchor="b" bIns="65275" lIns="130575" spcFirstLastPara="1" rIns="130575" wrap="square" tIns="65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Scheduling Algorithm Optimization Criteria</a:t>
            </a:r>
            <a:endParaRPr/>
          </a:p>
        </p:txBody>
      </p:sp>
      <p:sp>
        <p:nvSpPr>
          <p:cNvPr id="108" name="Google Shape;108;p6"/>
          <p:cNvSpPr txBox="1"/>
          <p:nvPr>
            <p:ph idx="1" type="body"/>
          </p:nvPr>
        </p:nvSpPr>
        <p:spPr>
          <a:xfrm>
            <a:off x="1241425" y="1919287"/>
            <a:ext cx="11026775" cy="5978525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noAutofit/>
          </a:bodyPr>
          <a:lstStyle/>
          <a:p>
            <a:pPr indent="-487362" lvl="0" marL="4873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Max CPU utilization</a:t>
            </a:r>
            <a:endParaRPr/>
          </a:p>
          <a:p>
            <a:pPr indent="-487362" lvl="0" marL="4873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Max throughput</a:t>
            </a:r>
            <a:endParaRPr/>
          </a:p>
          <a:p>
            <a:pPr indent="-487362" lvl="0" marL="4873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 turnaround time </a:t>
            </a:r>
            <a:endParaRPr/>
          </a:p>
          <a:p>
            <a:pPr indent="-487362" lvl="0" marL="4873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 waiting time </a:t>
            </a:r>
            <a:endParaRPr/>
          </a:p>
          <a:p>
            <a:pPr indent="-487362" lvl="0" marL="4873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 response time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>
            <p:ph type="title"/>
          </p:nvPr>
        </p:nvSpPr>
        <p:spPr>
          <a:xfrm>
            <a:off x="1485900" y="533400"/>
            <a:ext cx="12006262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65275" lIns="130575" spcFirstLastPara="1" rIns="130575" wrap="square" tIns="65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First-Come, First-Served (FCFS) Scheduling</a:t>
            </a:r>
            <a:endParaRPr/>
          </a:p>
        </p:txBody>
      </p:sp>
      <p:sp>
        <p:nvSpPr>
          <p:cNvPr id="115" name="Google Shape;115;p7"/>
          <p:cNvSpPr txBox="1"/>
          <p:nvPr>
            <p:ph idx="1" type="body"/>
          </p:nvPr>
        </p:nvSpPr>
        <p:spPr>
          <a:xfrm>
            <a:off x="1136650" y="1854200"/>
            <a:ext cx="11349037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noAutofit/>
          </a:bodyPr>
          <a:lstStyle/>
          <a:p>
            <a:pPr indent="-487362" lvl="0" marL="48736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70"/>
              <a:buNone/>
            </a:pPr>
            <a:r>
              <a:rPr b="0" i="0" lang="en-US" sz="23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0" i="0" lang="en-US" sz="20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0" lang="en-US" sz="20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Burst Time	</a:t>
            </a:r>
            <a:endParaRPr/>
          </a:p>
          <a:p>
            <a:pPr indent="-487362" lvl="0" marL="487362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     24</a:t>
            </a:r>
            <a:endParaRPr/>
          </a:p>
          <a:p>
            <a:pPr indent="-487362" lvl="0" marL="487362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	               3</a:t>
            </a:r>
            <a:endParaRPr/>
          </a:p>
          <a:p>
            <a:pPr indent="-487362" lvl="0" marL="487362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	 </a:t>
            </a:r>
            <a:r>
              <a:rPr lang="en-US" sz="2000"/>
              <a:t> 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3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indent="-487362" lvl="0" marL="487362" rtl="0" algn="l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rgbClr val="993300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Suppose that the processes arrive in the order: </a:t>
            </a:r>
            <a:r>
              <a:rPr b="0" i="1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, </a:t>
            </a:r>
            <a:r>
              <a:rPr b="0" i="1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, </a:t>
            </a:r>
            <a:r>
              <a:rPr b="0" i="1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 </a:t>
            </a:r>
            <a:br>
              <a:rPr b="0" baseline="-25000" i="1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Gantt Chart for the schedule is: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23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23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23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23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487362" lvl="0" marL="487362" rtl="0" algn="l">
              <a:lnSpc>
                <a:spcPct val="90000"/>
              </a:lnSpc>
              <a:spcBef>
                <a:spcPts val="805"/>
              </a:spcBef>
              <a:spcAft>
                <a:spcPts val="0"/>
              </a:spcAft>
              <a:buSzPts val="2070"/>
              <a:buNone/>
            </a:pPr>
            <a:r>
              <a:t/>
            </a:r>
            <a:endParaRPr b="0" i="0" sz="23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87362" lvl="0" marL="48736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Waiting time for </a:t>
            </a:r>
            <a:r>
              <a:rPr b="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= 0; </a:t>
            </a:r>
            <a:r>
              <a:rPr b="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= 24; </a:t>
            </a:r>
            <a:r>
              <a:rPr b="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27</a:t>
            </a:r>
            <a:endParaRPr/>
          </a:p>
          <a:p>
            <a:pPr indent="-487362" lvl="0" marL="48736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Average waiting time:  (0 + 24 + 27)/3 = 17</a:t>
            </a:r>
            <a:endParaRPr/>
          </a:p>
        </p:txBody>
      </p:sp>
      <p:grpSp>
        <p:nvGrpSpPr>
          <p:cNvPr id="116" name="Google Shape;116;p7"/>
          <p:cNvGrpSpPr/>
          <p:nvPr/>
        </p:nvGrpSpPr>
        <p:grpSpPr>
          <a:xfrm>
            <a:off x="1717675" y="4276725"/>
            <a:ext cx="8161337" cy="1452562"/>
            <a:chOff x="886" y="2688"/>
            <a:chExt cx="3427" cy="686"/>
          </a:xfrm>
        </p:grpSpPr>
        <p:sp>
          <p:nvSpPr>
            <p:cNvPr id="117" name="Google Shape;117;p7"/>
            <p:cNvSpPr txBox="1"/>
            <p:nvPr/>
          </p:nvSpPr>
          <p:spPr>
            <a:xfrm>
              <a:off x="960" y="2688"/>
              <a:ext cx="3312" cy="384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18" name="Google Shape;118;p7"/>
            <p:cNvSpPr txBox="1"/>
            <p:nvPr/>
          </p:nvSpPr>
          <p:spPr>
            <a:xfrm>
              <a:off x="1816" y="2760"/>
              <a:ext cx="184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</a:t>
              </a:r>
              <a:r>
                <a:rPr b="0" baseline="-2500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7"/>
            <p:cNvSpPr txBox="1"/>
            <p:nvPr/>
          </p:nvSpPr>
          <p:spPr>
            <a:xfrm>
              <a:off x="3304" y="2760"/>
              <a:ext cx="184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</a:t>
              </a:r>
              <a:r>
                <a:rPr b="0" baseline="-2500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7"/>
            <p:cNvSpPr txBox="1"/>
            <p:nvPr/>
          </p:nvSpPr>
          <p:spPr>
            <a:xfrm>
              <a:off x="3880" y="2760"/>
              <a:ext cx="184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</a:t>
              </a:r>
              <a:r>
                <a:rPr b="0" baseline="-2500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1" name="Google Shape;121;p7"/>
            <p:cNvCxnSpPr/>
            <p:nvPr/>
          </p:nvCxnSpPr>
          <p:spPr>
            <a:xfrm>
              <a:off x="960" y="3072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" name="Google Shape;122;p7"/>
            <p:cNvCxnSpPr/>
            <p:nvPr/>
          </p:nvCxnSpPr>
          <p:spPr>
            <a:xfrm>
              <a:off x="4272" y="3072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3" name="Google Shape;123;p7"/>
            <p:cNvCxnSpPr/>
            <p:nvPr/>
          </p:nvCxnSpPr>
          <p:spPr>
            <a:xfrm>
              <a:off x="3072" y="2688"/>
              <a:ext cx="0" cy="3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4" name="Google Shape;124;p7"/>
            <p:cNvCxnSpPr/>
            <p:nvPr/>
          </p:nvCxnSpPr>
          <p:spPr>
            <a:xfrm>
              <a:off x="3648" y="2688"/>
              <a:ext cx="0" cy="3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5" name="Google Shape;125;p7"/>
            <p:cNvCxnSpPr/>
            <p:nvPr/>
          </p:nvCxnSpPr>
          <p:spPr>
            <a:xfrm>
              <a:off x="3072" y="3072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6" name="Google Shape;126;p7"/>
            <p:cNvCxnSpPr/>
            <p:nvPr/>
          </p:nvCxnSpPr>
          <p:spPr>
            <a:xfrm>
              <a:off x="3648" y="3072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27" name="Google Shape;127;p7"/>
            <p:cNvSpPr txBox="1"/>
            <p:nvPr/>
          </p:nvSpPr>
          <p:spPr>
            <a:xfrm>
              <a:off x="2970" y="3192"/>
              <a:ext cx="191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24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7"/>
            <p:cNvSpPr txBox="1"/>
            <p:nvPr/>
          </p:nvSpPr>
          <p:spPr>
            <a:xfrm>
              <a:off x="3546" y="3192"/>
              <a:ext cx="191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27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7"/>
            <p:cNvSpPr txBox="1"/>
            <p:nvPr/>
          </p:nvSpPr>
          <p:spPr>
            <a:xfrm>
              <a:off x="4122" y="3192"/>
              <a:ext cx="191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30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7"/>
            <p:cNvSpPr txBox="1"/>
            <p:nvPr/>
          </p:nvSpPr>
          <p:spPr>
            <a:xfrm>
              <a:off x="886" y="3192"/>
              <a:ext cx="134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/>
          <p:nvPr>
            <p:ph type="title"/>
          </p:nvPr>
        </p:nvSpPr>
        <p:spPr>
          <a:xfrm>
            <a:off x="1474787" y="369887"/>
            <a:ext cx="11555412" cy="768350"/>
          </a:xfrm>
          <a:prstGeom prst="rect">
            <a:avLst/>
          </a:prstGeom>
          <a:noFill/>
          <a:ln>
            <a:noFill/>
          </a:ln>
        </p:spPr>
        <p:txBody>
          <a:bodyPr anchorCtr="0" anchor="b" bIns="65275" lIns="130575" spcFirstLastPara="1" rIns="130575" wrap="square" tIns="65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4600"/>
              <a:buFont typeface="Arial"/>
              <a:buNone/>
            </a:pPr>
            <a:r>
              <a:rPr b="1" i="0" lang="en-US" sz="46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FCFS Scheduling (Cont.)</a:t>
            </a:r>
            <a:endParaRPr/>
          </a:p>
        </p:txBody>
      </p:sp>
      <p:sp>
        <p:nvSpPr>
          <p:cNvPr id="137" name="Google Shape;137;p8"/>
          <p:cNvSpPr txBox="1"/>
          <p:nvPr>
            <p:ph idx="1" type="body"/>
          </p:nvPr>
        </p:nvSpPr>
        <p:spPr>
          <a:xfrm>
            <a:off x="1209675" y="1644650"/>
            <a:ext cx="12344400" cy="6040437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noAutofit/>
          </a:bodyPr>
          <a:lstStyle/>
          <a:p>
            <a:pPr indent="-487362" lvl="0" marL="4873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Suppose that the processes arrive in the order:</a:t>
            </a:r>
            <a:endParaRPr/>
          </a:p>
          <a:p>
            <a:pPr indent="-487362" lvl="0" marL="4873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160"/>
              <a:buNone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</a:t>
            </a:r>
            <a:r>
              <a:rPr b="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, </a:t>
            </a:r>
            <a:r>
              <a:rPr b="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, </a:t>
            </a:r>
            <a:r>
              <a:rPr b="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indent="-487362" lvl="0" marL="4873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Gantt chart for the schedule is: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84492" lvl="0" marL="48736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4492" lvl="0" marL="48736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4492" lvl="0" marL="48736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4492" lvl="0" marL="48736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4492" lvl="0" marL="48736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4492" lvl="0" marL="48736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87362" lvl="0" marL="4873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Waiting time for </a:t>
            </a:r>
            <a:r>
              <a:rPr b="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6</a:t>
            </a:r>
            <a:r>
              <a:rPr b="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r>
              <a:rPr b="0" baseline="-2500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0</a:t>
            </a:r>
            <a:r>
              <a:rPr b="0" baseline="-2500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 </a:t>
            </a:r>
            <a:r>
              <a:rPr b="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</a:t>
            </a:r>
            <a:r>
              <a:rPr b="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b="0" i="1" sz="24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87362" lvl="0" marL="4873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Average waiting time:   (6 + 0 + 3)/3 = 3</a:t>
            </a:r>
            <a:endParaRPr/>
          </a:p>
          <a:p>
            <a:pPr indent="-487362" lvl="0" marL="4873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Much better than previous case</a:t>
            </a:r>
            <a:endParaRPr/>
          </a:p>
          <a:p>
            <a:pPr indent="-487362" lvl="0" marL="4873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b="1" i="0" lang="en-US" sz="24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Convoy effect 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short process behind long process</a:t>
            </a:r>
            <a:endParaRPr/>
          </a:p>
          <a:p>
            <a:pPr indent="-406399" lvl="1" marL="10588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Consider one CPU-bound and many I/O-bound processes</a:t>
            </a:r>
            <a:endParaRPr/>
          </a:p>
        </p:txBody>
      </p:sp>
      <p:grpSp>
        <p:nvGrpSpPr>
          <p:cNvPr id="138" name="Google Shape;138;p8"/>
          <p:cNvGrpSpPr/>
          <p:nvPr/>
        </p:nvGrpSpPr>
        <p:grpSpPr>
          <a:xfrm>
            <a:off x="2905125" y="3473450"/>
            <a:ext cx="8189912" cy="1450975"/>
            <a:chOff x="882" y="1650"/>
            <a:chExt cx="3439" cy="686"/>
          </a:xfrm>
        </p:grpSpPr>
        <p:sp>
          <p:nvSpPr>
            <p:cNvPr id="139" name="Google Shape;139;p8"/>
            <p:cNvSpPr txBox="1"/>
            <p:nvPr/>
          </p:nvSpPr>
          <p:spPr>
            <a:xfrm flipH="1">
              <a:off x="948" y="1650"/>
              <a:ext cx="3312" cy="384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40" name="Google Shape;140;p8"/>
            <p:cNvSpPr txBox="1"/>
            <p:nvPr/>
          </p:nvSpPr>
          <p:spPr>
            <a:xfrm flipH="1">
              <a:off x="3219" y="1722"/>
              <a:ext cx="184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</a:t>
              </a:r>
              <a:r>
                <a:rPr b="0" baseline="-2500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8"/>
            <p:cNvSpPr txBox="1"/>
            <p:nvPr/>
          </p:nvSpPr>
          <p:spPr>
            <a:xfrm flipH="1">
              <a:off x="1731" y="1722"/>
              <a:ext cx="184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</a:t>
              </a:r>
              <a:r>
                <a:rPr b="0" baseline="-2500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8"/>
            <p:cNvSpPr txBox="1"/>
            <p:nvPr/>
          </p:nvSpPr>
          <p:spPr>
            <a:xfrm flipH="1">
              <a:off x="1155" y="1722"/>
              <a:ext cx="184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</a:t>
              </a:r>
              <a:r>
                <a:rPr b="0" baseline="-2500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3" name="Google Shape;143;p8"/>
            <p:cNvCxnSpPr/>
            <p:nvPr/>
          </p:nvCxnSpPr>
          <p:spPr>
            <a:xfrm>
              <a:off x="4260" y="2034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4" name="Google Shape;144;p8"/>
            <p:cNvCxnSpPr/>
            <p:nvPr/>
          </p:nvCxnSpPr>
          <p:spPr>
            <a:xfrm>
              <a:off x="948" y="2034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5" name="Google Shape;145;p8"/>
            <p:cNvCxnSpPr/>
            <p:nvPr/>
          </p:nvCxnSpPr>
          <p:spPr>
            <a:xfrm>
              <a:off x="2148" y="1650"/>
              <a:ext cx="0" cy="3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6" name="Google Shape;146;p8"/>
            <p:cNvCxnSpPr/>
            <p:nvPr/>
          </p:nvCxnSpPr>
          <p:spPr>
            <a:xfrm>
              <a:off x="1572" y="1650"/>
              <a:ext cx="0" cy="3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7" name="Google Shape;147;p8"/>
            <p:cNvCxnSpPr/>
            <p:nvPr/>
          </p:nvCxnSpPr>
          <p:spPr>
            <a:xfrm>
              <a:off x="2148" y="2034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8" name="Google Shape;148;p8"/>
            <p:cNvCxnSpPr/>
            <p:nvPr/>
          </p:nvCxnSpPr>
          <p:spPr>
            <a:xfrm>
              <a:off x="1572" y="2034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49" name="Google Shape;149;p8"/>
            <p:cNvSpPr txBox="1"/>
            <p:nvPr/>
          </p:nvSpPr>
          <p:spPr>
            <a:xfrm flipH="1">
              <a:off x="2086" y="2154"/>
              <a:ext cx="134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8"/>
            <p:cNvSpPr txBox="1"/>
            <p:nvPr/>
          </p:nvSpPr>
          <p:spPr>
            <a:xfrm flipH="1">
              <a:off x="1510" y="2154"/>
              <a:ext cx="134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8"/>
            <p:cNvSpPr txBox="1"/>
            <p:nvPr/>
          </p:nvSpPr>
          <p:spPr>
            <a:xfrm flipH="1">
              <a:off x="4130" y="2154"/>
              <a:ext cx="191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30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8"/>
            <p:cNvSpPr txBox="1"/>
            <p:nvPr/>
          </p:nvSpPr>
          <p:spPr>
            <a:xfrm flipH="1">
              <a:off x="882" y="2154"/>
              <a:ext cx="134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 txBox="1"/>
          <p:nvPr>
            <p:ph type="title"/>
          </p:nvPr>
        </p:nvSpPr>
        <p:spPr>
          <a:xfrm>
            <a:off x="1284287" y="369887"/>
            <a:ext cx="11745912" cy="768350"/>
          </a:xfrm>
          <a:prstGeom prst="rect">
            <a:avLst/>
          </a:prstGeom>
          <a:noFill/>
          <a:ln>
            <a:noFill/>
          </a:ln>
        </p:spPr>
        <p:txBody>
          <a:bodyPr anchorCtr="0" anchor="b" bIns="65275" lIns="130575" spcFirstLastPara="1" rIns="130575" wrap="square" tIns="65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4600"/>
              <a:buFont typeface="Arial"/>
              <a:buNone/>
            </a:pPr>
            <a:r>
              <a:rPr b="1" i="0" lang="en-US" sz="46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Shortest-Job-First (SJF) Scheduling</a:t>
            </a:r>
            <a:endParaRPr/>
          </a:p>
        </p:txBody>
      </p:sp>
      <p:sp>
        <p:nvSpPr>
          <p:cNvPr id="159" name="Google Shape;159;p9"/>
          <p:cNvSpPr txBox="1"/>
          <p:nvPr>
            <p:ph idx="1" type="body"/>
          </p:nvPr>
        </p:nvSpPr>
        <p:spPr>
          <a:xfrm>
            <a:off x="1840225" y="1644650"/>
            <a:ext cx="10520400" cy="60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noAutofit/>
          </a:bodyPr>
          <a:lstStyle/>
          <a:p>
            <a:pPr indent="-487362" lvl="0" marL="4873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520"/>
              <a:buFont typeface="Arial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Associate with each process the length of its next CPU burst</a:t>
            </a:r>
            <a:endParaRPr/>
          </a:p>
          <a:p>
            <a:pPr indent="-406399" lvl="1" marL="1058862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CC6600"/>
              </a:buClr>
              <a:buSzPts val="2240"/>
              <a:buFont typeface="Arial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Use these lengths to schedule the process with the shortest time</a:t>
            </a:r>
            <a:endParaRPr/>
          </a:p>
          <a:p>
            <a:pPr indent="-327342" lvl="0" marL="487362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993300"/>
              </a:buClr>
              <a:buSzPts val="252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87362" lvl="0" marL="487362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993300"/>
              </a:buClr>
              <a:buSzPts val="2520"/>
              <a:buFont typeface="Arial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SJF is optimal – gives minimum average waiting time for a given set of processes</a:t>
            </a:r>
            <a:endParaRPr/>
          </a:p>
          <a:p>
            <a:pPr indent="-406399" lvl="1" marL="1058862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CC6600"/>
              </a:buClr>
              <a:buSzPts val="2240"/>
              <a:buFont typeface="Arial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difficulty is knowing the length of the next CPU request</a:t>
            </a:r>
            <a:endParaRPr/>
          </a:p>
          <a:p>
            <a:pPr indent="-406399" lvl="1" marL="1058862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CC6600"/>
              </a:buClr>
              <a:buSzPts val="2240"/>
              <a:buFont typeface="Arial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Could ask the user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"/>
          <p:cNvSpPr txBox="1"/>
          <p:nvPr>
            <p:ph type="title"/>
          </p:nvPr>
        </p:nvSpPr>
        <p:spPr>
          <a:xfrm>
            <a:off x="685800" y="369887"/>
            <a:ext cx="12344400" cy="768350"/>
          </a:xfrm>
          <a:prstGeom prst="rect">
            <a:avLst/>
          </a:prstGeom>
          <a:noFill/>
          <a:ln>
            <a:noFill/>
          </a:ln>
        </p:spPr>
        <p:txBody>
          <a:bodyPr anchorCtr="0" anchor="b" bIns="65275" lIns="130575" spcFirstLastPara="1" rIns="130575" wrap="square" tIns="65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4600"/>
              <a:buFont typeface="Arial"/>
              <a:buNone/>
            </a:pPr>
            <a:r>
              <a:rPr b="1" i="0" lang="en-US" sz="46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Example of SJF (Without AT)</a:t>
            </a:r>
            <a:endParaRPr/>
          </a:p>
        </p:txBody>
      </p:sp>
      <p:sp>
        <p:nvSpPr>
          <p:cNvPr id="166" name="Google Shape;166;p10"/>
          <p:cNvSpPr txBox="1"/>
          <p:nvPr>
            <p:ph idx="1" type="body"/>
          </p:nvPr>
        </p:nvSpPr>
        <p:spPr>
          <a:xfrm>
            <a:off x="1209675" y="1644650"/>
            <a:ext cx="12344400" cy="6040437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noAutofit/>
          </a:bodyPr>
          <a:lstStyle/>
          <a:p>
            <a:pPr indent="-487362" lvl="0" marL="4873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	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</a:t>
            </a:r>
            <a:r>
              <a:rPr b="0" i="0" lang="en-US" sz="20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		</a:t>
            </a:r>
            <a:r>
              <a:rPr b="0" i="0" lang="en-US" sz="20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Burst Time</a:t>
            </a:r>
            <a:endParaRPr/>
          </a:p>
          <a:p>
            <a:pPr indent="-487362" lvl="0" marL="4873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      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       6</a:t>
            </a:r>
            <a:endParaRPr/>
          </a:p>
          <a:p>
            <a:pPr indent="-487362" lvl="0" marL="4873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    	</a:t>
            </a:r>
            <a:r>
              <a:rPr lang="en-US" sz="2000"/>
              <a:t>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  	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8</a:t>
            </a:r>
            <a:endParaRPr/>
          </a:p>
          <a:p>
            <a:pPr indent="-487362" lvl="0" marL="4873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     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       7</a:t>
            </a:r>
            <a:endParaRPr/>
          </a:p>
          <a:p>
            <a:pPr indent="-487362" lvl="0" marL="4873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	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 	 3</a:t>
            </a:r>
            <a:endParaRPr/>
          </a:p>
          <a:p>
            <a:pPr indent="-384492" lvl="0" marL="48736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87362" lvl="0" marL="48736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SJF scheduling chart</a:t>
            </a:r>
            <a:endParaRPr/>
          </a:p>
          <a:p>
            <a:pPr indent="-384492" lvl="0" marL="48736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4492" lvl="0" marL="48736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4492" lvl="0" marL="48736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4492" lvl="0" marL="48736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87362" lvl="0" marL="48736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4492" lvl="0" marL="48736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87362" lvl="0" marL="4873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Average waiting time = (3 + 16 + 9 + 0) / 4 = 7</a:t>
            </a:r>
            <a:endParaRPr/>
          </a:p>
        </p:txBody>
      </p:sp>
      <p:grpSp>
        <p:nvGrpSpPr>
          <p:cNvPr id="167" name="Google Shape;167;p10"/>
          <p:cNvGrpSpPr/>
          <p:nvPr/>
        </p:nvGrpSpPr>
        <p:grpSpPr>
          <a:xfrm>
            <a:off x="1770062" y="4384675"/>
            <a:ext cx="8716962" cy="1495425"/>
            <a:chOff x="894" y="2352"/>
            <a:chExt cx="3660" cy="707"/>
          </a:xfrm>
        </p:grpSpPr>
        <p:sp>
          <p:nvSpPr>
            <p:cNvPr id="168" name="Google Shape;168;p10"/>
            <p:cNvSpPr txBox="1"/>
            <p:nvPr/>
          </p:nvSpPr>
          <p:spPr>
            <a:xfrm flipH="1">
              <a:off x="960" y="2373"/>
              <a:ext cx="3504" cy="384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9" name="Google Shape;169;p10"/>
            <p:cNvSpPr txBox="1"/>
            <p:nvPr/>
          </p:nvSpPr>
          <p:spPr>
            <a:xfrm flipH="1">
              <a:off x="1049" y="2437"/>
              <a:ext cx="184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</a:t>
              </a:r>
              <a:r>
                <a:rPr b="0" baseline="-2500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0"/>
            <p:cNvSpPr txBox="1"/>
            <p:nvPr/>
          </p:nvSpPr>
          <p:spPr>
            <a:xfrm flipH="1">
              <a:off x="3016" y="2424"/>
              <a:ext cx="184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</a:t>
              </a:r>
              <a:r>
                <a:rPr b="0" baseline="-2500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0"/>
            <p:cNvSpPr txBox="1"/>
            <p:nvPr/>
          </p:nvSpPr>
          <p:spPr>
            <a:xfrm flipH="1">
              <a:off x="2009" y="2473"/>
              <a:ext cx="184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</a:t>
              </a:r>
              <a:r>
                <a:rPr b="0" baseline="-2500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2" name="Google Shape;172;p10"/>
            <p:cNvCxnSpPr/>
            <p:nvPr/>
          </p:nvCxnSpPr>
          <p:spPr>
            <a:xfrm>
              <a:off x="4452" y="2748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3" name="Google Shape;173;p10"/>
            <p:cNvCxnSpPr/>
            <p:nvPr/>
          </p:nvCxnSpPr>
          <p:spPr>
            <a:xfrm>
              <a:off x="960" y="2757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4" name="Google Shape;174;p10"/>
            <p:cNvCxnSpPr/>
            <p:nvPr/>
          </p:nvCxnSpPr>
          <p:spPr>
            <a:xfrm>
              <a:off x="2688" y="2373"/>
              <a:ext cx="0" cy="3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75" name="Google Shape;175;p10"/>
            <p:cNvSpPr txBox="1"/>
            <p:nvPr/>
          </p:nvSpPr>
          <p:spPr>
            <a:xfrm flipH="1">
              <a:off x="1567" y="2857"/>
              <a:ext cx="134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0"/>
            <p:cNvSpPr txBox="1"/>
            <p:nvPr/>
          </p:nvSpPr>
          <p:spPr>
            <a:xfrm flipH="1">
              <a:off x="3355" y="2869"/>
              <a:ext cx="191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0"/>
            <p:cNvSpPr txBox="1"/>
            <p:nvPr/>
          </p:nvSpPr>
          <p:spPr>
            <a:xfrm flipH="1">
              <a:off x="894" y="2877"/>
              <a:ext cx="134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8" name="Google Shape;178;p10"/>
            <p:cNvCxnSpPr/>
            <p:nvPr/>
          </p:nvCxnSpPr>
          <p:spPr>
            <a:xfrm>
              <a:off x="3456" y="2373"/>
              <a:ext cx="0" cy="3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" name="Google Shape;179;p10"/>
            <p:cNvCxnSpPr/>
            <p:nvPr/>
          </p:nvCxnSpPr>
          <p:spPr>
            <a:xfrm>
              <a:off x="1632" y="2686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0" name="Google Shape;180;p10"/>
            <p:cNvCxnSpPr/>
            <p:nvPr/>
          </p:nvCxnSpPr>
          <p:spPr>
            <a:xfrm>
              <a:off x="2688" y="2757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1" name="Google Shape;181;p10"/>
            <p:cNvCxnSpPr/>
            <p:nvPr/>
          </p:nvCxnSpPr>
          <p:spPr>
            <a:xfrm>
              <a:off x="3456" y="2757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82" name="Google Shape;182;p10"/>
            <p:cNvSpPr txBox="1"/>
            <p:nvPr/>
          </p:nvSpPr>
          <p:spPr>
            <a:xfrm flipH="1">
              <a:off x="2623" y="2857"/>
              <a:ext cx="134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3" name="Google Shape;183;p10"/>
            <p:cNvCxnSpPr/>
            <p:nvPr/>
          </p:nvCxnSpPr>
          <p:spPr>
            <a:xfrm>
              <a:off x="1632" y="2352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84" name="Google Shape;184;p10"/>
            <p:cNvSpPr txBox="1"/>
            <p:nvPr/>
          </p:nvSpPr>
          <p:spPr>
            <a:xfrm flipH="1">
              <a:off x="3784" y="2424"/>
              <a:ext cx="184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</a:t>
              </a:r>
              <a:r>
                <a:rPr b="0" baseline="-2500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0"/>
            <p:cNvSpPr txBox="1"/>
            <p:nvPr/>
          </p:nvSpPr>
          <p:spPr>
            <a:xfrm flipH="1">
              <a:off x="4363" y="2869"/>
              <a:ext cx="191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24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 txBox="1"/>
          <p:nvPr>
            <p:ph idx="1" type="body"/>
          </p:nvPr>
        </p:nvSpPr>
        <p:spPr>
          <a:xfrm>
            <a:off x="1209675" y="1644650"/>
            <a:ext cx="12344400" cy="6040437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noAutofit/>
          </a:bodyPr>
          <a:lstStyle/>
          <a:p>
            <a:pPr indent="-487362" lvl="0" marL="4873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0"/>
              <a:buNone/>
            </a:pPr>
            <a:r>
              <a:rPr b="0" i="0" lang="en-US" sz="2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0" i="0" lang="en-US" sz="26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	Arrival Time</a:t>
            </a:r>
            <a:r>
              <a:rPr b="0" i="0" lang="en-US" sz="2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0" lang="en-US" sz="26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Burst Time</a:t>
            </a:r>
            <a:endParaRPr/>
          </a:p>
          <a:p>
            <a:pPr indent="-487362" lvl="0" marL="487362" rtl="0" algn="l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SzPts val="2340"/>
              <a:buNone/>
            </a:pPr>
            <a:r>
              <a:rPr b="0" i="0" lang="en-US" sz="2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</a:t>
            </a:r>
            <a:r>
              <a:rPr b="0" i="1" lang="en-US" sz="2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2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2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0.0	             7</a:t>
            </a:r>
            <a:endParaRPr/>
          </a:p>
          <a:p>
            <a:pPr indent="-487362" lvl="0" marL="487362" rtl="0" algn="l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SzPts val="2340"/>
              <a:buNone/>
            </a:pPr>
            <a:r>
              <a:rPr b="0" i="0" lang="en-US" sz="2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</a:t>
            </a:r>
            <a:r>
              <a:rPr lang="en-US" sz="2600"/>
              <a:t> </a:t>
            </a:r>
            <a:r>
              <a:rPr b="0" i="1" lang="en-US" sz="2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2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	                  </a:t>
            </a:r>
            <a:r>
              <a:rPr b="0" i="0" lang="en-US" sz="2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2.0	        </a:t>
            </a:r>
            <a:r>
              <a:rPr lang="en-US" sz="2600"/>
              <a:t> </a:t>
            </a:r>
            <a:r>
              <a:rPr b="0" i="0" lang="en-US" sz="2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en-US" sz="2600"/>
              <a:t> </a:t>
            </a:r>
            <a:r>
              <a:rPr b="0" i="0" lang="en-US" sz="2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  <a:p>
            <a:pPr indent="-487362" lvl="0" marL="487362" rtl="0" algn="l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SzPts val="2340"/>
              <a:buNone/>
            </a:pPr>
            <a:r>
              <a:rPr b="0" i="0" lang="en-US" sz="2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</a:t>
            </a:r>
            <a:r>
              <a:rPr b="0" i="1" lang="en-US" sz="2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2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b="0" i="0" lang="en-US" sz="2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</a:t>
            </a:r>
            <a:r>
              <a:rPr lang="en-US" sz="2600"/>
              <a:t> </a:t>
            </a:r>
            <a:r>
              <a:rPr b="0" i="0" lang="en-US" sz="2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4.0	             1</a:t>
            </a:r>
            <a:endParaRPr/>
          </a:p>
          <a:p>
            <a:pPr indent="-487362" lvl="0" marL="487362" rtl="0" algn="l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SzPts val="2340"/>
              <a:buNone/>
            </a:pPr>
            <a:r>
              <a:rPr b="0" i="0" lang="en-US" sz="2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</a:t>
            </a:r>
            <a:r>
              <a:rPr b="0" i="1" lang="en-US" sz="2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2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rPr b="0" i="0" lang="en-US" sz="2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5.0	  </a:t>
            </a:r>
            <a:r>
              <a:rPr lang="en-US" sz="2600"/>
              <a:t> </a:t>
            </a:r>
            <a:r>
              <a:rPr b="0" i="0" lang="en-US" sz="2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4</a:t>
            </a:r>
            <a:endParaRPr/>
          </a:p>
          <a:p>
            <a:pPr indent="-487362" lvl="0" marL="487362" rtl="0" algn="l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Clr>
                <a:srgbClr val="993300"/>
              </a:buClr>
              <a:buSzPts val="2340"/>
              <a:buFont typeface="Arial"/>
              <a:buChar char="●"/>
            </a:pPr>
            <a:r>
              <a:rPr b="0" i="0" lang="en-US" sz="2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SJF (non-preemptive)</a:t>
            </a:r>
            <a:endParaRPr/>
          </a:p>
          <a:p>
            <a:pPr indent="-338772" lvl="0" marL="487362" rtl="0" algn="l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Clr>
                <a:srgbClr val="993300"/>
              </a:buClr>
              <a:buSzPts val="234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8772" lvl="0" marL="487362" rtl="0" algn="l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Clr>
                <a:srgbClr val="993300"/>
              </a:buClr>
              <a:buSzPts val="234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8772" lvl="0" marL="487362" rtl="0" algn="l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Clr>
                <a:srgbClr val="993300"/>
              </a:buClr>
              <a:buSzPts val="234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8772" lvl="0" marL="487362" rtl="0" algn="l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Clr>
                <a:srgbClr val="993300"/>
              </a:buClr>
              <a:buSzPts val="234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87362" lvl="0" marL="487362" rtl="0" algn="l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Clr>
                <a:srgbClr val="993300"/>
              </a:buClr>
              <a:buSzPts val="2340"/>
              <a:buFont typeface="Arial"/>
              <a:buChar char="●"/>
            </a:pPr>
            <a:r>
              <a:rPr b="0" i="0" lang="en-US" sz="2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Average waiting time = (0 + 6 + 3 + 7)/4  = 4</a:t>
            </a:r>
            <a:endParaRPr/>
          </a:p>
        </p:txBody>
      </p:sp>
      <p:sp>
        <p:nvSpPr>
          <p:cNvPr id="192" name="Google Shape;192;p11"/>
          <p:cNvSpPr txBox="1"/>
          <p:nvPr>
            <p:ph type="title"/>
          </p:nvPr>
        </p:nvSpPr>
        <p:spPr>
          <a:xfrm>
            <a:off x="685800" y="369887"/>
            <a:ext cx="12344400" cy="768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275" lIns="130575" spcFirstLastPara="1" rIns="130575" wrap="square" tIns="65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4600"/>
              <a:buFont typeface="Arial"/>
              <a:buNone/>
            </a:pPr>
            <a:r>
              <a:rPr b="1" i="0" lang="en-US" sz="46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Example of Non-Preemptive SJF</a:t>
            </a:r>
            <a:endParaRPr/>
          </a:p>
        </p:txBody>
      </p:sp>
      <p:grpSp>
        <p:nvGrpSpPr>
          <p:cNvPr id="193" name="Google Shape;193;p11"/>
          <p:cNvGrpSpPr/>
          <p:nvPr/>
        </p:nvGrpSpPr>
        <p:grpSpPr>
          <a:xfrm>
            <a:off x="3132137" y="4921250"/>
            <a:ext cx="8205787" cy="1443037"/>
            <a:chOff x="892" y="2325"/>
            <a:chExt cx="3446" cy="682"/>
          </a:xfrm>
        </p:grpSpPr>
        <p:sp>
          <p:nvSpPr>
            <p:cNvPr id="194" name="Google Shape;194;p11"/>
            <p:cNvSpPr txBox="1"/>
            <p:nvPr/>
          </p:nvSpPr>
          <p:spPr>
            <a:xfrm flipH="1">
              <a:off x="960" y="2325"/>
              <a:ext cx="3312" cy="384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95" name="Google Shape;195;p11"/>
            <p:cNvSpPr txBox="1"/>
            <p:nvPr/>
          </p:nvSpPr>
          <p:spPr>
            <a:xfrm flipH="1">
              <a:off x="1436" y="2401"/>
              <a:ext cx="177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Verdana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1"/>
            <p:cNvSpPr txBox="1"/>
            <p:nvPr/>
          </p:nvSpPr>
          <p:spPr>
            <a:xfrm flipH="1">
              <a:off x="2444" y="2401"/>
              <a:ext cx="177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Verdana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1"/>
            <p:cNvSpPr txBox="1"/>
            <p:nvPr/>
          </p:nvSpPr>
          <p:spPr>
            <a:xfrm flipH="1">
              <a:off x="3020" y="2401"/>
              <a:ext cx="177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Verdana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8" name="Google Shape;198;p11"/>
            <p:cNvCxnSpPr/>
            <p:nvPr/>
          </p:nvCxnSpPr>
          <p:spPr>
            <a:xfrm>
              <a:off x="4272" y="2709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9" name="Google Shape;199;p11"/>
            <p:cNvCxnSpPr/>
            <p:nvPr/>
          </p:nvCxnSpPr>
          <p:spPr>
            <a:xfrm>
              <a:off x="960" y="2709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0" name="Google Shape;200;p11"/>
            <p:cNvCxnSpPr/>
            <p:nvPr/>
          </p:nvCxnSpPr>
          <p:spPr>
            <a:xfrm>
              <a:off x="2688" y="2325"/>
              <a:ext cx="0" cy="3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1" name="Google Shape;201;p11"/>
            <p:cNvCxnSpPr/>
            <p:nvPr/>
          </p:nvCxnSpPr>
          <p:spPr>
            <a:xfrm>
              <a:off x="2400" y="2325"/>
              <a:ext cx="0" cy="3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2" name="Google Shape;202;p11"/>
            <p:cNvCxnSpPr/>
            <p:nvPr/>
          </p:nvCxnSpPr>
          <p:spPr>
            <a:xfrm>
              <a:off x="2400" y="2709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3" name="Google Shape;203;p11"/>
            <p:cNvCxnSpPr/>
            <p:nvPr/>
          </p:nvCxnSpPr>
          <p:spPr>
            <a:xfrm>
              <a:off x="1392" y="2638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4" name="Google Shape;204;p11"/>
            <p:cNvSpPr txBox="1"/>
            <p:nvPr/>
          </p:nvSpPr>
          <p:spPr>
            <a:xfrm flipH="1">
              <a:off x="2332" y="2833"/>
              <a:ext cx="139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Verdana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1"/>
            <p:cNvSpPr txBox="1"/>
            <p:nvPr/>
          </p:nvSpPr>
          <p:spPr>
            <a:xfrm flipH="1">
              <a:off x="1520" y="2833"/>
              <a:ext cx="139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Verdana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1"/>
            <p:cNvSpPr txBox="1"/>
            <p:nvPr/>
          </p:nvSpPr>
          <p:spPr>
            <a:xfrm flipH="1">
              <a:off x="4137" y="2833"/>
              <a:ext cx="201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Verdana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16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1"/>
            <p:cNvSpPr txBox="1"/>
            <p:nvPr/>
          </p:nvSpPr>
          <p:spPr>
            <a:xfrm flipH="1">
              <a:off x="892" y="2833"/>
              <a:ext cx="139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Verdana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1"/>
            <p:cNvSpPr txBox="1"/>
            <p:nvPr/>
          </p:nvSpPr>
          <p:spPr>
            <a:xfrm flipH="1">
              <a:off x="3740" y="2401"/>
              <a:ext cx="177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Verdana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9" name="Google Shape;209;p11"/>
            <p:cNvCxnSpPr/>
            <p:nvPr/>
          </p:nvCxnSpPr>
          <p:spPr>
            <a:xfrm>
              <a:off x="3456" y="2325"/>
              <a:ext cx="0" cy="3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" name="Google Shape;210;p11"/>
            <p:cNvCxnSpPr/>
            <p:nvPr/>
          </p:nvCxnSpPr>
          <p:spPr>
            <a:xfrm>
              <a:off x="1152" y="2638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1" name="Google Shape;211;p11"/>
            <p:cNvCxnSpPr/>
            <p:nvPr/>
          </p:nvCxnSpPr>
          <p:spPr>
            <a:xfrm>
              <a:off x="1632" y="2638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2" name="Google Shape;212;p11"/>
            <p:cNvCxnSpPr/>
            <p:nvPr/>
          </p:nvCxnSpPr>
          <p:spPr>
            <a:xfrm>
              <a:off x="1872" y="2638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3" name="Google Shape;213;p11"/>
            <p:cNvCxnSpPr/>
            <p:nvPr/>
          </p:nvCxnSpPr>
          <p:spPr>
            <a:xfrm>
              <a:off x="2064" y="2638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4" name="Google Shape;214;p11"/>
            <p:cNvCxnSpPr/>
            <p:nvPr/>
          </p:nvCxnSpPr>
          <p:spPr>
            <a:xfrm>
              <a:off x="2256" y="2638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5" name="Google Shape;215;p11"/>
            <p:cNvCxnSpPr/>
            <p:nvPr/>
          </p:nvCxnSpPr>
          <p:spPr>
            <a:xfrm>
              <a:off x="2688" y="2709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16" name="Google Shape;216;p11"/>
            <p:cNvSpPr txBox="1"/>
            <p:nvPr/>
          </p:nvSpPr>
          <p:spPr>
            <a:xfrm flipH="1">
              <a:off x="2620" y="2833"/>
              <a:ext cx="139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Verdana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7" name="Google Shape;217;p11"/>
            <p:cNvCxnSpPr/>
            <p:nvPr/>
          </p:nvCxnSpPr>
          <p:spPr>
            <a:xfrm>
              <a:off x="2928" y="2638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8" name="Google Shape;218;p11"/>
            <p:cNvCxnSpPr/>
            <p:nvPr/>
          </p:nvCxnSpPr>
          <p:spPr>
            <a:xfrm>
              <a:off x="3120" y="2638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9" name="Google Shape;219;p11"/>
            <p:cNvCxnSpPr/>
            <p:nvPr/>
          </p:nvCxnSpPr>
          <p:spPr>
            <a:xfrm>
              <a:off x="3312" y="2638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0" name="Google Shape;220;p11"/>
            <p:cNvCxnSpPr/>
            <p:nvPr/>
          </p:nvCxnSpPr>
          <p:spPr>
            <a:xfrm>
              <a:off x="3456" y="2709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21" name="Google Shape;221;p11"/>
            <p:cNvSpPr txBox="1"/>
            <p:nvPr/>
          </p:nvSpPr>
          <p:spPr>
            <a:xfrm flipH="1">
              <a:off x="3349" y="2833"/>
              <a:ext cx="201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Verdana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2" name="Google Shape;222;p11"/>
            <p:cNvCxnSpPr/>
            <p:nvPr/>
          </p:nvCxnSpPr>
          <p:spPr>
            <a:xfrm>
              <a:off x="3696" y="2638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3" name="Google Shape;223;p11"/>
            <p:cNvCxnSpPr/>
            <p:nvPr/>
          </p:nvCxnSpPr>
          <p:spPr>
            <a:xfrm>
              <a:off x="3888" y="2638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" name="Google Shape;224;p11"/>
            <p:cNvCxnSpPr/>
            <p:nvPr/>
          </p:nvCxnSpPr>
          <p:spPr>
            <a:xfrm>
              <a:off x="4080" y="2638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"/>
          <p:cNvSpPr txBox="1"/>
          <p:nvPr>
            <p:ph type="title"/>
          </p:nvPr>
        </p:nvSpPr>
        <p:spPr>
          <a:xfrm>
            <a:off x="2109787" y="369887"/>
            <a:ext cx="10920412" cy="768350"/>
          </a:xfrm>
          <a:prstGeom prst="rect">
            <a:avLst/>
          </a:prstGeom>
          <a:noFill/>
          <a:ln>
            <a:noFill/>
          </a:ln>
        </p:spPr>
        <p:txBody>
          <a:bodyPr anchorCtr="0" anchor="b" bIns="65275" lIns="130575" spcFirstLastPara="1" rIns="130575" wrap="square" tIns="65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Shortest-remaining-time-first</a:t>
            </a:r>
            <a:endParaRPr/>
          </a:p>
        </p:txBody>
      </p:sp>
      <p:sp>
        <p:nvSpPr>
          <p:cNvPr id="231" name="Google Shape;231;p12"/>
          <p:cNvSpPr txBox="1"/>
          <p:nvPr>
            <p:ph idx="1" type="body"/>
          </p:nvPr>
        </p:nvSpPr>
        <p:spPr>
          <a:xfrm>
            <a:off x="1221650" y="1381350"/>
            <a:ext cx="11689500" cy="60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noAutofit/>
          </a:bodyPr>
          <a:lstStyle/>
          <a:p>
            <a:pPr indent="-487362" lvl="0" marL="4873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Now we add the concepts of varying arrival times and preemption to the analysis</a:t>
            </a:r>
            <a:endParaRPr/>
          </a:p>
          <a:p>
            <a:pPr indent="-487362" lvl="0" marL="4873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87362" lvl="0" marL="4873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  </a:t>
            </a:r>
            <a:r>
              <a:rPr b="0" i="0" lang="en-US" sz="20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</a:t>
            </a:r>
            <a:r>
              <a:rPr b="0" i="0" lang="en-US" sz="2000" u="sng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	arri</a:t>
            </a:r>
            <a:r>
              <a:rPr b="0" i="1" lang="en-US" sz="20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Arrival </a:t>
            </a:r>
            <a:r>
              <a:rPr b="0" i="0" lang="en-US" sz="20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</a:t>
            </a:r>
            <a:r>
              <a:rPr b="0" i="0" lang="en-US" sz="2000" u="sng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0" lang="en-US" sz="20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Burst Time</a:t>
            </a:r>
            <a:endParaRPr/>
          </a:p>
          <a:p>
            <a:pPr indent="-487362" lvl="0" marL="4873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      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     </a:t>
            </a:r>
            <a:r>
              <a:rPr b="0" i="0" lang="en-US" sz="20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      8</a:t>
            </a:r>
            <a:endParaRPr/>
          </a:p>
          <a:p>
            <a:pPr indent="-487362" lvl="0" marL="4873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      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	                                 </a:t>
            </a:r>
            <a:r>
              <a:rPr b="0" i="0" lang="en-US" sz="20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      4</a:t>
            </a:r>
            <a:endParaRPr/>
          </a:p>
          <a:p>
            <a:pPr indent="-487362" lvl="0" marL="4873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     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     </a:t>
            </a:r>
            <a:r>
              <a:rPr b="0" i="0" lang="en-US" sz="20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      9</a:t>
            </a:r>
            <a:endParaRPr/>
          </a:p>
          <a:p>
            <a:pPr indent="-487362" lvl="0" marL="4873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     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     </a:t>
            </a:r>
            <a:r>
              <a:rPr b="0" i="0" lang="en-US" sz="20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      5</a:t>
            </a:r>
            <a:endParaRPr b="0" i="0" sz="20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87362" lvl="0" marL="4873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-487362" lvl="0" marL="4873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93300"/>
              </a:buClr>
              <a:buSzPts val="1800"/>
              <a:buFont typeface="Arial"/>
              <a:buChar char="●"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Preemptive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SJF Gantt Chart</a:t>
            </a:r>
            <a:endParaRPr/>
          </a:p>
          <a:p>
            <a:pPr indent="-384492" lvl="0" marL="48736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4492" lvl="0" marL="48736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4492" lvl="0" marL="48736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baseline="-25000" i="1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32" name="Google Shape;232;p12"/>
          <p:cNvGrpSpPr/>
          <p:nvPr/>
        </p:nvGrpSpPr>
        <p:grpSpPr>
          <a:xfrm>
            <a:off x="2109775" y="5483127"/>
            <a:ext cx="8951125" cy="3039200"/>
            <a:chOff x="864" y="2366"/>
            <a:chExt cx="3759" cy="1675"/>
          </a:xfrm>
        </p:grpSpPr>
        <p:sp>
          <p:nvSpPr>
            <p:cNvPr id="233" name="Google Shape;233;p12"/>
            <p:cNvSpPr txBox="1"/>
            <p:nvPr/>
          </p:nvSpPr>
          <p:spPr>
            <a:xfrm flipH="1">
              <a:off x="864" y="2373"/>
              <a:ext cx="3600" cy="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34" name="Google Shape;234;p12"/>
            <p:cNvSpPr txBox="1"/>
            <p:nvPr/>
          </p:nvSpPr>
          <p:spPr>
            <a:xfrm flipH="1">
              <a:off x="933" y="243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</a:t>
              </a:r>
              <a:r>
                <a:rPr b="0" baseline="-2500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2"/>
            <p:cNvSpPr txBox="1"/>
            <p:nvPr/>
          </p:nvSpPr>
          <p:spPr>
            <a:xfrm flipH="1">
              <a:off x="2900" y="242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</a:t>
              </a:r>
              <a:r>
                <a:rPr b="0" baseline="-2500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2"/>
            <p:cNvSpPr txBox="1"/>
            <p:nvPr/>
          </p:nvSpPr>
          <p:spPr>
            <a:xfrm flipH="1">
              <a:off x="1379" y="2435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</a:t>
              </a:r>
              <a:r>
                <a:rPr b="0" baseline="-2500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7" name="Google Shape;237;p12"/>
            <p:cNvCxnSpPr/>
            <p:nvPr/>
          </p:nvCxnSpPr>
          <p:spPr>
            <a:xfrm>
              <a:off x="2688" y="2373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38" name="Google Shape;238;p12"/>
            <p:cNvSpPr txBox="1"/>
            <p:nvPr/>
          </p:nvSpPr>
          <p:spPr>
            <a:xfrm>
              <a:off x="1376" y="2841"/>
              <a:ext cx="0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2"/>
            <p:cNvSpPr txBox="1"/>
            <p:nvPr/>
          </p:nvSpPr>
          <p:spPr>
            <a:xfrm flipH="1">
              <a:off x="3305" y="273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2"/>
            <p:cNvSpPr txBox="1"/>
            <p:nvPr/>
          </p:nvSpPr>
          <p:spPr>
            <a:xfrm>
              <a:off x="1033" y="2839"/>
              <a:ext cx="0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1" name="Google Shape;241;p12"/>
            <p:cNvCxnSpPr/>
            <p:nvPr/>
          </p:nvCxnSpPr>
          <p:spPr>
            <a:xfrm>
              <a:off x="3456" y="2373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42" name="Google Shape;242;p12"/>
            <p:cNvSpPr txBox="1"/>
            <p:nvPr/>
          </p:nvSpPr>
          <p:spPr>
            <a:xfrm flipH="1">
              <a:off x="2549" y="2733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3" name="Google Shape;243;p12"/>
            <p:cNvCxnSpPr/>
            <p:nvPr/>
          </p:nvCxnSpPr>
          <p:spPr>
            <a:xfrm>
              <a:off x="1318" y="2374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44" name="Google Shape;244;p12"/>
            <p:cNvSpPr txBox="1"/>
            <p:nvPr/>
          </p:nvSpPr>
          <p:spPr>
            <a:xfrm flipH="1">
              <a:off x="3668" y="242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</a:t>
              </a:r>
              <a:r>
                <a:rPr b="0" baseline="-2500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2"/>
            <p:cNvSpPr txBox="1"/>
            <p:nvPr/>
          </p:nvSpPr>
          <p:spPr>
            <a:xfrm flipH="1">
              <a:off x="4323" y="2698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6" name="Google Shape;246;p12"/>
            <p:cNvCxnSpPr/>
            <p:nvPr/>
          </p:nvCxnSpPr>
          <p:spPr>
            <a:xfrm>
              <a:off x="1925" y="2366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47" name="Google Shape;247;p12"/>
            <p:cNvSpPr txBox="1"/>
            <p:nvPr/>
          </p:nvSpPr>
          <p:spPr>
            <a:xfrm>
              <a:off x="1993" y="2839"/>
              <a:ext cx="0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2"/>
            <p:cNvSpPr txBox="1"/>
            <p:nvPr/>
          </p:nvSpPr>
          <p:spPr>
            <a:xfrm flipH="1">
              <a:off x="2066" y="243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</a:t>
              </a:r>
              <a:r>
                <a:rPr b="0" baseline="-2500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9" name="Google Shape;249;p12"/>
          <p:cNvSpPr txBox="1"/>
          <p:nvPr/>
        </p:nvSpPr>
        <p:spPr>
          <a:xfrm>
            <a:off x="2886824" y="6383525"/>
            <a:ext cx="525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Helvetica Neue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2"/>
          <p:cNvSpPr txBox="1"/>
          <p:nvPr/>
        </p:nvSpPr>
        <p:spPr>
          <a:xfrm flipH="1">
            <a:off x="4303688" y="6391846"/>
            <a:ext cx="714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Helvetica Neue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00f5c70f10_0_1"/>
          <p:cNvSpPr txBox="1"/>
          <p:nvPr>
            <p:ph type="title"/>
          </p:nvPr>
        </p:nvSpPr>
        <p:spPr>
          <a:xfrm>
            <a:off x="685800" y="369887"/>
            <a:ext cx="123444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b" bIns="65275" lIns="130575" spcFirstLastPara="1" rIns="130575" wrap="square" tIns="65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4000"/>
              <a:buFont typeface="Arial"/>
              <a:buNone/>
            </a:pPr>
            <a:r>
              <a:rPr lang="en-US" sz="4000"/>
              <a:t>Shortest-remaining-time-first</a:t>
            </a:r>
            <a:endParaRPr/>
          </a:p>
        </p:txBody>
      </p:sp>
      <p:sp>
        <p:nvSpPr>
          <p:cNvPr id="257" name="Google Shape;257;g300f5c70f10_0_1"/>
          <p:cNvSpPr txBox="1"/>
          <p:nvPr>
            <p:ph idx="1" type="body"/>
          </p:nvPr>
        </p:nvSpPr>
        <p:spPr>
          <a:xfrm>
            <a:off x="1209675" y="1644650"/>
            <a:ext cx="11904900" cy="60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noAutofit/>
          </a:bodyPr>
          <a:lstStyle/>
          <a:p>
            <a:pPr indent="0" lvl="0" marL="4873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b="1" lang="en-US" sz="2200">
                <a:solidFill>
                  <a:srgbClr val="273239"/>
                </a:solidFill>
                <a:highlight>
                  <a:srgbClr val="FFFFFF"/>
                </a:highlight>
              </a:rPr>
              <a:t>Turn Around time </a:t>
            </a:r>
            <a:r>
              <a:rPr lang="en-US" sz="2200">
                <a:solidFill>
                  <a:srgbClr val="273239"/>
                </a:solidFill>
                <a:highlight>
                  <a:srgbClr val="FFFFFF"/>
                </a:highlight>
              </a:rPr>
              <a:t>= Completion time – Arrival time</a:t>
            </a:r>
            <a:endParaRPr sz="22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487362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20"/>
              <a:buNone/>
            </a:pPr>
            <a:r>
              <a:rPr b="1" lang="en-US" sz="2200">
                <a:solidFill>
                  <a:srgbClr val="273239"/>
                </a:solidFill>
                <a:highlight>
                  <a:srgbClr val="FFFFFF"/>
                </a:highlight>
              </a:rPr>
              <a:t>Waiting Time</a:t>
            </a:r>
            <a:r>
              <a:rPr lang="en-US" sz="2200">
                <a:solidFill>
                  <a:srgbClr val="273239"/>
                </a:solidFill>
                <a:highlight>
                  <a:srgbClr val="FFFFFF"/>
                </a:highlight>
              </a:rPr>
              <a:t> = Turnaround time – Burst time</a:t>
            </a:r>
            <a:endParaRPr sz="22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487362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20"/>
              <a:buNone/>
            </a:pPr>
            <a:r>
              <a:rPr b="1" lang="en-US" sz="2200">
                <a:solidFill>
                  <a:srgbClr val="273239"/>
                </a:solidFill>
                <a:highlight>
                  <a:srgbClr val="FFFFFF"/>
                </a:highlight>
              </a:rPr>
              <a:t>Response Time</a:t>
            </a:r>
            <a:r>
              <a:rPr lang="en-US" sz="2200">
                <a:solidFill>
                  <a:srgbClr val="273239"/>
                </a:solidFill>
                <a:highlight>
                  <a:srgbClr val="FFFFFF"/>
                </a:highlight>
              </a:rPr>
              <a:t> = CPU First Time </a:t>
            </a:r>
            <a:r>
              <a:rPr lang="en-US" sz="2200">
                <a:solidFill>
                  <a:srgbClr val="273239"/>
                </a:solidFill>
                <a:highlight>
                  <a:schemeClr val="lt1"/>
                </a:highlight>
              </a:rPr>
              <a:t>–</a:t>
            </a:r>
            <a:r>
              <a:rPr lang="en-US" sz="2200">
                <a:solidFill>
                  <a:srgbClr val="273239"/>
                </a:solidFill>
                <a:highlight>
                  <a:srgbClr val="FFFFFF"/>
                </a:highlight>
              </a:rPr>
              <a:t> Arrival Time</a:t>
            </a:r>
            <a:endParaRPr sz="22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8000"/>
              </a:lnSpc>
              <a:spcBef>
                <a:spcPts val="180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sz="18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8000"/>
              </a:lnSpc>
              <a:spcBef>
                <a:spcPts val="180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sz="18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8000"/>
              </a:lnSpc>
              <a:spcBef>
                <a:spcPts val="180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sz="18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8000"/>
              </a:lnSpc>
              <a:spcBef>
                <a:spcPts val="180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sz="18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8000"/>
              </a:lnSpc>
              <a:spcBef>
                <a:spcPts val="180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sz="18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8000"/>
              </a:lnSpc>
              <a:spcBef>
                <a:spcPts val="180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sz="1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487362" lvl="0" marL="487362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160"/>
              <a:buChar char="●"/>
            </a:pPr>
            <a:r>
              <a:rPr lang="en-US" sz="2400"/>
              <a:t>Average waiting time = [9 + 0 + 15 + 2] / 4 = 26 / 4 = 6.5 msec</a:t>
            </a:r>
            <a:endParaRPr/>
          </a:p>
          <a:p>
            <a:pPr indent="-384492" lvl="0" marL="48736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aseline="-25000" i="1" sz="1800"/>
          </a:p>
          <a:p>
            <a:pPr indent="0" lvl="0" marL="0" rtl="0" algn="l">
              <a:lnSpc>
                <a:spcPct val="158000"/>
              </a:lnSpc>
              <a:spcBef>
                <a:spcPts val="0"/>
              </a:spcBef>
              <a:spcAft>
                <a:spcPts val="1800"/>
              </a:spcAft>
              <a:buSzPts val="1620"/>
              <a:buNone/>
            </a:pPr>
            <a:r>
              <a:t/>
            </a:r>
            <a:endParaRPr sz="1800">
              <a:solidFill>
                <a:srgbClr val="273239"/>
              </a:solidFill>
              <a:highlight>
                <a:srgbClr val="FFFFFF"/>
              </a:highlight>
            </a:endParaRPr>
          </a:p>
        </p:txBody>
      </p:sp>
      <p:graphicFrame>
        <p:nvGraphicFramePr>
          <p:cNvPr id="258" name="Google Shape;258;g300f5c70f10_0_1"/>
          <p:cNvGraphicFramePr/>
          <p:nvPr/>
        </p:nvGraphicFramePr>
        <p:xfrm>
          <a:off x="1335525" y="3619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{F357AEA4-FB29-4D88-89C1-D4204A8B3F12}</a:tableStyleId>
              </a:tblPr>
              <a:tblGrid>
                <a:gridCol w="3785400"/>
                <a:gridCol w="3785400"/>
                <a:gridCol w="37854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Process</a:t>
                      </a:r>
                      <a:endParaRPr b="1" sz="2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Turn</a:t>
                      </a:r>
                      <a:r>
                        <a:rPr b="1" lang="en-US" sz="2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r>
                        <a:rPr b="1" lang="en-US" sz="2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round Time</a:t>
                      </a:r>
                      <a:endParaRPr b="1" sz="2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Waiting Time</a:t>
                      </a:r>
                      <a:endParaRPr b="1" sz="2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</a:t>
                      </a:r>
                      <a:r>
                        <a:rPr baseline="-25000" lang="en-US" sz="2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baseline="-25000" sz="2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17 - 0 = 17</a:t>
                      </a:r>
                      <a:endParaRPr sz="2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17 - 8 = 9</a:t>
                      </a:r>
                      <a:endParaRPr sz="2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</a:t>
                      </a:r>
                      <a:r>
                        <a:rPr baseline="-25000" lang="en-US" sz="2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baseline="-25000" sz="2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5 - 1 = 4</a:t>
                      </a:r>
                      <a:endParaRPr sz="2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4 - 4 = 0</a:t>
                      </a:r>
                      <a:endParaRPr sz="2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</a:t>
                      </a:r>
                      <a:r>
                        <a:rPr baseline="-25000" lang="en-US" sz="2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baseline="-25000" sz="2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26 - 2 = 24</a:t>
                      </a:r>
                      <a:endParaRPr sz="2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24 - 9 = 15</a:t>
                      </a:r>
                      <a:endParaRPr sz="2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</a:t>
                      </a:r>
                      <a:r>
                        <a:rPr baseline="-25000" lang="en-US" sz="2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baseline="-25000" sz="2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10 - 3 = 7</a:t>
                      </a:r>
                      <a:endParaRPr sz="2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7 - 5 = 2</a:t>
                      </a:r>
                      <a:endParaRPr sz="2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"/>
          <p:cNvSpPr txBox="1"/>
          <p:nvPr>
            <p:ph type="title"/>
          </p:nvPr>
        </p:nvSpPr>
        <p:spPr>
          <a:xfrm>
            <a:off x="1446212" y="369887"/>
            <a:ext cx="11583987" cy="768350"/>
          </a:xfrm>
          <a:prstGeom prst="rect">
            <a:avLst/>
          </a:prstGeom>
          <a:noFill/>
          <a:ln>
            <a:noFill/>
          </a:ln>
        </p:spPr>
        <p:txBody>
          <a:bodyPr anchorCtr="0" anchor="b" bIns="65275" lIns="130575" spcFirstLastPara="1" rIns="130575" wrap="square" tIns="65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4600"/>
              <a:buFont typeface="Arial"/>
              <a:buNone/>
            </a:pPr>
            <a:r>
              <a:rPr b="1" i="0" lang="en-US" sz="46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Priority Scheduling</a:t>
            </a:r>
            <a:endParaRPr/>
          </a:p>
        </p:txBody>
      </p:sp>
      <p:sp>
        <p:nvSpPr>
          <p:cNvPr id="265" name="Google Shape;265;p13"/>
          <p:cNvSpPr txBox="1"/>
          <p:nvPr>
            <p:ph idx="1" type="body"/>
          </p:nvPr>
        </p:nvSpPr>
        <p:spPr>
          <a:xfrm>
            <a:off x="1209675" y="1644650"/>
            <a:ext cx="11571300" cy="6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noAutofit/>
          </a:bodyPr>
          <a:lstStyle/>
          <a:p>
            <a:pPr indent="-487362" lvl="0" marL="4873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priority number (integer) is associated with each process</a:t>
            </a:r>
            <a:endParaRPr/>
          </a:p>
          <a:p>
            <a:pPr indent="-350202" lvl="0" marL="4873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87362" lvl="0" marL="4873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CPU is allocated to the process with the highest priority (smallest integer ≡ highest priority)</a:t>
            </a:r>
            <a:endParaRPr/>
          </a:p>
          <a:p>
            <a:pPr indent="-406399" lvl="1" marL="10588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Preemptive</a:t>
            </a:r>
            <a:endParaRPr/>
          </a:p>
          <a:p>
            <a:pPr indent="-406400" lvl="1" marL="10588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Nonpreemptive</a:t>
            </a:r>
            <a:endParaRPr/>
          </a:p>
          <a:p>
            <a:pPr indent="-284480" lvl="1" marL="10588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87362" lvl="0" marL="4873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SJF is priority scheduling where priority is the inverse of predicted next CPU burst time</a:t>
            </a:r>
            <a:r>
              <a:rPr lang="en-US" sz="2400"/>
              <a:t>. Execute each process for 1 time quantum if </a:t>
            </a:r>
            <a:r>
              <a:rPr b="1" lang="en-US" sz="2400"/>
              <a:t>q</a:t>
            </a:r>
            <a:r>
              <a:rPr lang="en-US" sz="2400"/>
              <a:t> is not mentioned.</a:t>
            </a:r>
            <a:endParaRPr sz="2400"/>
          </a:p>
          <a:p>
            <a:pPr indent="0" lvl="0" marL="13716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87362" lvl="0" marL="4873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≡ </a:t>
            </a:r>
            <a:r>
              <a:rPr b="1" i="0" lang="en-US" sz="24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Starvation</a:t>
            </a:r>
            <a:r>
              <a:rPr b="1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low priority processes may never execute</a:t>
            </a:r>
            <a:endParaRPr/>
          </a:p>
          <a:p>
            <a:pPr indent="-350202" lvl="0" marL="4873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87362" lvl="0" marL="4873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Solution ≡ </a:t>
            </a:r>
            <a:r>
              <a:rPr b="1" i="0" lang="en-US" sz="24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Aging</a:t>
            </a:r>
            <a:r>
              <a:rPr b="1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as time progresses increase the priority of the process</a:t>
            </a:r>
            <a:endParaRPr/>
          </a:p>
          <a:p>
            <a:pPr indent="-350203" lvl="0" marL="487363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"/>
          <p:cNvSpPr txBox="1"/>
          <p:nvPr>
            <p:ph type="title"/>
          </p:nvPr>
        </p:nvSpPr>
        <p:spPr>
          <a:xfrm>
            <a:off x="2109787" y="369887"/>
            <a:ext cx="10920412" cy="768350"/>
          </a:xfrm>
          <a:prstGeom prst="rect">
            <a:avLst/>
          </a:prstGeom>
          <a:noFill/>
          <a:ln>
            <a:noFill/>
          </a:ln>
        </p:spPr>
        <p:txBody>
          <a:bodyPr anchorCtr="0" anchor="b" bIns="65275" lIns="130575" spcFirstLastPara="1" rIns="130575" wrap="square" tIns="65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Example of Priority Scheduling</a:t>
            </a:r>
            <a:endParaRPr/>
          </a:p>
        </p:txBody>
      </p:sp>
      <p:sp>
        <p:nvSpPr>
          <p:cNvPr id="272" name="Google Shape;272;p14"/>
          <p:cNvSpPr txBox="1"/>
          <p:nvPr>
            <p:ph idx="1" type="body"/>
          </p:nvPr>
        </p:nvSpPr>
        <p:spPr>
          <a:xfrm>
            <a:off x="1209675" y="1644650"/>
            <a:ext cx="11869200" cy="60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noAutofit/>
          </a:bodyPr>
          <a:lstStyle/>
          <a:p>
            <a:pPr indent="-487362" lvl="0" marL="4873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</a:t>
            </a:r>
            <a:r>
              <a:rPr b="0" i="0" lang="en-US" sz="20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</a:t>
            </a:r>
            <a:r>
              <a:rPr b="0" i="0" lang="en-US" sz="2000" u="sng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	arri </a:t>
            </a:r>
            <a:r>
              <a:rPr b="0" i="0" lang="en-US" sz="20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Burst Time</a:t>
            </a:r>
            <a:r>
              <a:rPr b="0" i="0" lang="en-US" sz="2000" u="sng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</a:t>
            </a:r>
            <a:r>
              <a:rPr b="0" i="0" lang="en-US" sz="20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Priority</a:t>
            </a:r>
            <a:endParaRPr/>
          </a:p>
          <a:p>
            <a:pPr indent="-487362" lvl="0" marL="4873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      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    1</a:t>
            </a:r>
            <a:r>
              <a:rPr b="0" i="0" lang="en-US" sz="20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  3</a:t>
            </a:r>
            <a:endParaRPr/>
          </a:p>
          <a:p>
            <a:pPr indent="-487362" lvl="0" marL="4873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      </a:t>
            </a:r>
            <a:r>
              <a:rPr lang="en-US" sz="2000"/>
              <a:t>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	                                  </a:t>
            </a:r>
            <a:r>
              <a:rPr b="0" i="0" lang="en-US" sz="20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  1</a:t>
            </a:r>
            <a:endParaRPr/>
          </a:p>
          <a:p>
            <a:pPr indent="-487362" lvl="0" marL="4873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     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      </a:t>
            </a:r>
            <a:r>
              <a:rPr b="0" i="0" lang="en-US" sz="20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  4</a:t>
            </a:r>
            <a:endParaRPr/>
          </a:p>
          <a:p>
            <a:pPr indent="-487362" lvl="0" marL="4873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     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      </a:t>
            </a:r>
            <a:r>
              <a:rPr b="0" i="0" lang="en-US" sz="20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  5 </a:t>
            </a:r>
            <a:endParaRPr/>
          </a:p>
          <a:p>
            <a:pPr indent="-487362" lvl="0" marL="4873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     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	                                  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	                 2</a:t>
            </a:r>
            <a:endParaRPr b="0" i="0" sz="20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87362" lvl="0" marL="4873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/>
          </a:p>
          <a:p>
            <a:pPr indent="-487362" lvl="0" marL="48736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920"/>
              <a:buFont typeface="Arial"/>
              <a:buChar char="●"/>
            </a:pPr>
            <a:r>
              <a:rPr b="0" i="0" lang="en-US" sz="21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Priority scheduling Gantt Chart</a:t>
            </a:r>
            <a:endParaRPr sz="3500"/>
          </a:p>
          <a:p>
            <a:pPr indent="-384492" lvl="0" marL="48736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4492" lvl="0" marL="48736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4492" lvl="0" marL="48736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4492" lvl="0" marL="48736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4492" lvl="0" marL="48736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87362" lvl="0" marL="4873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Average waiting time = 8.2 msec</a:t>
            </a:r>
            <a:endParaRPr/>
          </a:p>
        </p:txBody>
      </p:sp>
      <p:grpSp>
        <p:nvGrpSpPr>
          <p:cNvPr id="273" name="Google Shape;273;p14"/>
          <p:cNvGrpSpPr/>
          <p:nvPr/>
        </p:nvGrpSpPr>
        <p:grpSpPr>
          <a:xfrm>
            <a:off x="2000250" y="4970462"/>
            <a:ext cx="7570787" cy="1392237"/>
            <a:chOff x="899" y="2366"/>
            <a:chExt cx="3179" cy="658"/>
          </a:xfrm>
        </p:grpSpPr>
        <p:sp>
          <p:nvSpPr>
            <p:cNvPr id="274" name="Google Shape;274;p14"/>
            <p:cNvSpPr txBox="1"/>
            <p:nvPr/>
          </p:nvSpPr>
          <p:spPr>
            <a:xfrm flipH="1">
              <a:off x="960" y="2373"/>
              <a:ext cx="3024" cy="384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75" name="Google Shape;275;p14"/>
            <p:cNvSpPr txBox="1"/>
            <p:nvPr/>
          </p:nvSpPr>
          <p:spPr>
            <a:xfrm flipH="1">
              <a:off x="1049" y="2437"/>
              <a:ext cx="184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</a:t>
              </a:r>
              <a:r>
                <a:rPr b="0" baseline="-2500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14"/>
            <p:cNvSpPr txBox="1"/>
            <p:nvPr/>
          </p:nvSpPr>
          <p:spPr>
            <a:xfrm flipH="1">
              <a:off x="3232" y="2435"/>
              <a:ext cx="184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</a:t>
              </a:r>
              <a:r>
                <a:rPr b="0" baseline="-2500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4"/>
            <p:cNvSpPr txBox="1"/>
            <p:nvPr/>
          </p:nvSpPr>
          <p:spPr>
            <a:xfrm flipH="1">
              <a:off x="1495" y="2435"/>
              <a:ext cx="184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</a:t>
              </a:r>
              <a:r>
                <a:rPr b="0" baseline="-2500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8" name="Google Shape;278;p14"/>
            <p:cNvCxnSpPr/>
            <p:nvPr/>
          </p:nvCxnSpPr>
          <p:spPr>
            <a:xfrm>
              <a:off x="3174" y="2378"/>
              <a:ext cx="0" cy="3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79" name="Google Shape;279;p14"/>
            <p:cNvSpPr txBox="1"/>
            <p:nvPr/>
          </p:nvSpPr>
          <p:spPr>
            <a:xfrm flipH="1">
              <a:off x="1242" y="2841"/>
              <a:ext cx="134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14"/>
            <p:cNvSpPr txBox="1"/>
            <p:nvPr/>
          </p:nvSpPr>
          <p:spPr>
            <a:xfrm flipH="1">
              <a:off x="3577" y="2842"/>
              <a:ext cx="191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14"/>
            <p:cNvSpPr txBox="1"/>
            <p:nvPr/>
          </p:nvSpPr>
          <p:spPr>
            <a:xfrm flipH="1">
              <a:off x="899" y="2839"/>
              <a:ext cx="134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2" name="Google Shape;282;p14"/>
            <p:cNvCxnSpPr/>
            <p:nvPr/>
          </p:nvCxnSpPr>
          <p:spPr>
            <a:xfrm>
              <a:off x="3683" y="2373"/>
              <a:ext cx="0" cy="3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83" name="Google Shape;283;p14"/>
            <p:cNvSpPr txBox="1"/>
            <p:nvPr/>
          </p:nvSpPr>
          <p:spPr>
            <a:xfrm flipH="1">
              <a:off x="3086" y="2841"/>
              <a:ext cx="191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4" name="Google Shape;284;p14"/>
            <p:cNvCxnSpPr/>
            <p:nvPr/>
          </p:nvCxnSpPr>
          <p:spPr>
            <a:xfrm flipH="1">
              <a:off x="1313" y="2374"/>
              <a:ext cx="5" cy="39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85" name="Google Shape;285;p14"/>
            <p:cNvSpPr txBox="1"/>
            <p:nvPr/>
          </p:nvSpPr>
          <p:spPr>
            <a:xfrm flipH="1">
              <a:off x="3719" y="2435"/>
              <a:ext cx="184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</a:t>
              </a:r>
              <a:r>
                <a:rPr b="0" baseline="-2500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14"/>
            <p:cNvSpPr txBox="1"/>
            <p:nvPr/>
          </p:nvSpPr>
          <p:spPr>
            <a:xfrm flipH="1">
              <a:off x="3887" y="2842"/>
              <a:ext cx="191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7" name="Google Shape;287;p14"/>
            <p:cNvCxnSpPr/>
            <p:nvPr/>
          </p:nvCxnSpPr>
          <p:spPr>
            <a:xfrm>
              <a:off x="1925" y="2366"/>
              <a:ext cx="0" cy="3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88" name="Google Shape;288;p14"/>
            <p:cNvSpPr txBox="1"/>
            <p:nvPr/>
          </p:nvSpPr>
          <p:spPr>
            <a:xfrm flipH="1">
              <a:off x="1859" y="2839"/>
              <a:ext cx="134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14"/>
            <p:cNvSpPr txBox="1"/>
            <p:nvPr/>
          </p:nvSpPr>
          <p:spPr>
            <a:xfrm flipH="1">
              <a:off x="2566" y="2434"/>
              <a:ext cx="184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</a:t>
              </a:r>
              <a:r>
                <a:rPr b="0" baseline="-2500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370c52b747_0_13"/>
          <p:cNvSpPr txBox="1"/>
          <p:nvPr>
            <p:ph type="title"/>
          </p:nvPr>
        </p:nvSpPr>
        <p:spPr>
          <a:xfrm>
            <a:off x="685800" y="369887"/>
            <a:ext cx="12344400" cy="768300"/>
          </a:xfrm>
          <a:prstGeom prst="rect">
            <a:avLst/>
          </a:prstGeom>
        </p:spPr>
        <p:txBody>
          <a:bodyPr anchorCtr="0" anchor="b" bIns="65275" lIns="130575" spcFirstLastPara="1" rIns="130575" wrap="square" tIns="6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Example of Priority Scheduling</a:t>
            </a:r>
            <a:endParaRPr sz="4400"/>
          </a:p>
        </p:txBody>
      </p:sp>
      <p:sp>
        <p:nvSpPr>
          <p:cNvPr id="296" name="Google Shape;296;g3370c52b747_0_13"/>
          <p:cNvSpPr txBox="1"/>
          <p:nvPr>
            <p:ph idx="1" type="body"/>
          </p:nvPr>
        </p:nvSpPr>
        <p:spPr>
          <a:xfrm>
            <a:off x="1206150" y="1284950"/>
            <a:ext cx="11303700" cy="6298500"/>
          </a:xfrm>
          <a:prstGeom prst="rect">
            <a:avLst/>
          </a:prstGeom>
        </p:spPr>
        <p:txBody>
          <a:bodyPr anchorCtr="0" anchor="t" bIns="65275" lIns="130575" spcFirstLastPara="1" rIns="130575" wrap="square" tIns="65275">
            <a:noAutofit/>
          </a:bodyPr>
          <a:lstStyle/>
          <a:p>
            <a:pPr indent="-487362" lvl="0" marL="48736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Consider higher number as high priority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87362" lvl="0" marL="48736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97" name="Google Shape;297;g3370c52b747_0_13"/>
          <p:cNvGraphicFramePr/>
          <p:nvPr/>
        </p:nvGraphicFramePr>
        <p:xfrm>
          <a:off x="3426375" y="2408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{A009F5C3-F625-4C0B-91DC-D8D44450B9D1}</a:tableStyleId>
              </a:tblPr>
              <a:tblGrid>
                <a:gridCol w="1568925"/>
                <a:gridCol w="1568925"/>
                <a:gridCol w="1568925"/>
                <a:gridCol w="1568925"/>
              </a:tblGrid>
              <a:tr h="462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Priority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Process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Arrival Time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Burst Time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62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P1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62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P2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62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P3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62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P4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98" name="Google Shape;298;g3370c52b747_0_13"/>
          <p:cNvSpPr txBox="1"/>
          <p:nvPr/>
        </p:nvSpPr>
        <p:spPr>
          <a:xfrm>
            <a:off x="857250" y="5942425"/>
            <a:ext cx="190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Gantt Chart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99" name="Google Shape;299;g3370c52b747_0_13"/>
          <p:cNvGraphicFramePr/>
          <p:nvPr/>
        </p:nvGraphicFramePr>
        <p:xfrm>
          <a:off x="2911925" y="605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{A009F5C3-F625-4C0B-91DC-D8D44450B9D1}</a:tableStyleId>
              </a:tblPr>
              <a:tblGrid>
                <a:gridCol w="1127450"/>
                <a:gridCol w="1127450"/>
                <a:gridCol w="1127450"/>
                <a:gridCol w="1127450"/>
                <a:gridCol w="1127450"/>
                <a:gridCol w="1127450"/>
                <a:gridCol w="1127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0" name="Google Shape;300;g3370c52b747_0_13"/>
          <p:cNvSpPr txBox="1"/>
          <p:nvPr/>
        </p:nvSpPr>
        <p:spPr>
          <a:xfrm>
            <a:off x="2911925" y="7090850"/>
            <a:ext cx="8425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0             1               2                 3                4               5               8              12 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"/>
          <p:cNvSpPr txBox="1"/>
          <p:nvPr>
            <p:ph type="title"/>
          </p:nvPr>
        </p:nvSpPr>
        <p:spPr>
          <a:xfrm>
            <a:off x="685800" y="369887"/>
            <a:ext cx="12344400" cy="768350"/>
          </a:xfrm>
          <a:prstGeom prst="rect">
            <a:avLst/>
          </a:prstGeom>
          <a:noFill/>
          <a:ln>
            <a:noFill/>
          </a:ln>
        </p:spPr>
        <p:txBody>
          <a:bodyPr anchorCtr="0" anchor="b" bIns="65275" lIns="130575" spcFirstLastPara="1" rIns="130575" wrap="square" tIns="65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4600"/>
              <a:buFont typeface="Arial"/>
              <a:buNone/>
            </a:pPr>
            <a:r>
              <a:rPr b="1" i="0" lang="en-US" sz="46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Round Robin (RR)</a:t>
            </a:r>
            <a:endParaRPr/>
          </a:p>
        </p:txBody>
      </p:sp>
      <p:sp>
        <p:nvSpPr>
          <p:cNvPr id="307" name="Google Shape;307;p15"/>
          <p:cNvSpPr txBox="1"/>
          <p:nvPr>
            <p:ph idx="1" type="body"/>
          </p:nvPr>
        </p:nvSpPr>
        <p:spPr>
          <a:xfrm>
            <a:off x="1219200" y="1862137"/>
            <a:ext cx="11553825" cy="5978525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noAutofit/>
          </a:bodyPr>
          <a:lstStyle/>
          <a:p>
            <a:pPr indent="-487362" lvl="0" marL="4873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520"/>
              <a:buFont typeface="Arial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process gets a small unit of CPU time (</a:t>
            </a:r>
            <a:r>
              <a:rPr b="1" i="0" lang="en-US" sz="2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</a:t>
            </a:r>
            <a:r>
              <a:rPr b="1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2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quantum</a:t>
            </a:r>
            <a:r>
              <a:rPr b="1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usually 10-100 milliseconds.  After this time has elapsed, the process is preempted and added to the end of the ready queue.</a:t>
            </a:r>
            <a:endParaRPr/>
          </a:p>
          <a:p>
            <a:pPr indent="-487362" lvl="0" marL="487362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993300"/>
              </a:buClr>
              <a:buSzPts val="2520"/>
              <a:buFont typeface="Arial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there are </a:t>
            </a:r>
            <a:r>
              <a:rPr b="0" i="1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processes in the ready queue and the time quantum is </a:t>
            </a:r>
            <a:r>
              <a:rPr b="0" i="1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then each process gets 1/</a:t>
            </a:r>
            <a:r>
              <a:rPr b="0" i="1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the CPU time in chunks of at most </a:t>
            </a:r>
            <a:r>
              <a:rPr b="0" i="1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time units at once.  No process waits more than (</a:t>
            </a:r>
            <a:r>
              <a:rPr b="0" i="1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-1)</a:t>
            </a:r>
            <a:r>
              <a:rPr b="0" i="1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 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 units.</a:t>
            </a:r>
            <a:endParaRPr/>
          </a:p>
          <a:p>
            <a:pPr indent="-487362" lvl="0" marL="487362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993300"/>
              </a:buClr>
              <a:buSzPts val="2520"/>
              <a:buFont typeface="Arial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Timer interrupts every quantum to schedule next process</a:t>
            </a:r>
            <a:endParaRPr/>
          </a:p>
          <a:p>
            <a:pPr indent="-487362" lvl="0" marL="487362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993300"/>
              </a:buClr>
              <a:buSzPts val="2520"/>
              <a:buFont typeface="Arial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Performance:</a:t>
            </a:r>
            <a:endParaRPr/>
          </a:p>
          <a:p>
            <a:pPr indent="-406399" lvl="1" marL="1058862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CC6600"/>
              </a:buClr>
              <a:buSzPts val="2240"/>
              <a:buFont typeface="Arial"/>
              <a:buChar char="●"/>
            </a:pPr>
            <a:r>
              <a:rPr b="0" i="1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large ⇒ FIFO</a:t>
            </a:r>
            <a:endParaRPr/>
          </a:p>
          <a:p>
            <a:pPr indent="-406399" lvl="1" marL="1058862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CC6600"/>
              </a:buClr>
              <a:buSzPts val="2240"/>
              <a:buFont typeface="Arial"/>
              <a:buChar char="●"/>
            </a:pPr>
            <a:r>
              <a:rPr b="0" i="1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 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small ⇒ </a:t>
            </a:r>
            <a:r>
              <a:rPr b="0" i="1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 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must be large with respect to context switch, otherwise overhead (</a:t>
            </a:r>
            <a:r>
              <a:rPr lang="en-US"/>
              <a:t>wastes CPU cycles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is too high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6"/>
          <p:cNvSpPr txBox="1"/>
          <p:nvPr>
            <p:ph type="title"/>
          </p:nvPr>
        </p:nvSpPr>
        <p:spPr>
          <a:xfrm>
            <a:off x="1447800" y="-127000"/>
            <a:ext cx="11647200" cy="1125600"/>
          </a:xfrm>
          <a:prstGeom prst="rect">
            <a:avLst/>
          </a:prstGeom>
          <a:noFill/>
          <a:ln>
            <a:noFill/>
          </a:ln>
        </p:spPr>
        <p:txBody>
          <a:bodyPr anchorCtr="0" anchor="b" bIns="65275" lIns="130575" spcFirstLastPara="1" rIns="130575" wrap="square" tIns="65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4600"/>
              <a:buFont typeface="Arial"/>
              <a:buNone/>
            </a:pPr>
            <a:r>
              <a:rPr b="1" i="0" lang="en-US" sz="44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Example of RR with Time Quantum</a:t>
            </a:r>
            <a:endParaRPr sz="4400"/>
          </a:p>
        </p:txBody>
      </p:sp>
      <p:sp>
        <p:nvSpPr>
          <p:cNvPr id="314" name="Google Shape;314;p16"/>
          <p:cNvSpPr txBox="1"/>
          <p:nvPr>
            <p:ph idx="1" type="body"/>
          </p:nvPr>
        </p:nvSpPr>
        <p:spPr>
          <a:xfrm>
            <a:off x="1241425" y="1616450"/>
            <a:ext cx="11026800" cy="6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noAutofit/>
          </a:bodyPr>
          <a:lstStyle/>
          <a:p>
            <a:pPr indent="-487362" lvl="0" marL="48736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0" i="0" lang="en-US" sz="24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0" lang="en-US" sz="24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Burst Time</a:t>
            </a:r>
            <a:endParaRPr/>
          </a:p>
          <a:p>
            <a:pPr indent="-487362" lvl="0" marL="48736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SzPts val="2160"/>
              <a:buNone/>
            </a:pPr>
            <a:r>
              <a:rPr b="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P</a:t>
            </a:r>
            <a:r>
              <a:rPr b="0" baseline="-2500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	                  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</a:t>
            </a:r>
            <a:endParaRPr/>
          </a:p>
          <a:p>
            <a:pPr indent="-487362" lvl="0" marL="48736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SzPts val="2160"/>
              <a:buNone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</a:t>
            </a:r>
            <a:r>
              <a:rPr b="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	                    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                                   q = 4</a:t>
            </a:r>
            <a:endParaRPr/>
          </a:p>
          <a:p>
            <a:pPr indent="-487362" lvl="0" marL="48736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SzPts val="2160"/>
              <a:buNone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</a:t>
            </a:r>
            <a:r>
              <a:rPr b="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	                    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87362" lvl="0" marL="48736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sz="1800"/>
          </a:p>
          <a:p>
            <a:pPr indent="-487362" lvl="0" marL="487362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Gantt chart is: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87362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sz="1800"/>
          </a:p>
          <a:p>
            <a:pPr indent="-487362" lvl="0" marL="48736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Typically, higher average turnaround than SJF, but better </a:t>
            </a:r>
            <a:r>
              <a:rPr b="1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response</a:t>
            </a:r>
            <a:endParaRPr/>
          </a:p>
          <a:p>
            <a:pPr indent="-487362" lvl="0" marL="48736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 should be large compared to context switch time</a:t>
            </a:r>
            <a:endParaRPr/>
          </a:p>
          <a:p>
            <a:pPr indent="-487362" lvl="0" marL="48736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 usually 10ms to 100ms, context switch &lt; 10 usec</a:t>
            </a:r>
            <a:endParaRPr b="0" i="0" sz="24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87362" lvl="0" marL="48736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usec -&gt; microsecond</a:t>
            </a:r>
            <a:endParaRPr sz="2400"/>
          </a:p>
        </p:txBody>
      </p:sp>
      <p:grpSp>
        <p:nvGrpSpPr>
          <p:cNvPr id="315" name="Google Shape;315;p16"/>
          <p:cNvGrpSpPr/>
          <p:nvPr/>
        </p:nvGrpSpPr>
        <p:grpSpPr>
          <a:xfrm>
            <a:off x="2262187" y="4298757"/>
            <a:ext cx="7300177" cy="1512757"/>
            <a:chOff x="1086" y="2640"/>
            <a:chExt cx="3065" cy="714"/>
          </a:xfrm>
        </p:grpSpPr>
        <p:grpSp>
          <p:nvGrpSpPr>
            <p:cNvPr id="316" name="Google Shape;316;p16"/>
            <p:cNvGrpSpPr/>
            <p:nvPr/>
          </p:nvGrpSpPr>
          <p:grpSpPr>
            <a:xfrm>
              <a:off x="1152" y="2640"/>
              <a:ext cx="2857" cy="400"/>
              <a:chOff x="1152" y="2736"/>
              <a:chExt cx="2316" cy="300"/>
            </a:xfrm>
          </p:grpSpPr>
          <p:sp>
            <p:nvSpPr>
              <p:cNvPr id="317" name="Google Shape;317;p16"/>
              <p:cNvSpPr txBox="1"/>
              <p:nvPr/>
            </p:nvSpPr>
            <p:spPr>
              <a:xfrm>
                <a:off x="1152" y="2736"/>
                <a:ext cx="300" cy="3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Helvetica Neue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P</a:t>
                </a:r>
                <a:r>
                  <a:rPr b="0" baseline="-25000" i="0" lang="en-US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16"/>
              <p:cNvSpPr txBox="1"/>
              <p:nvPr/>
            </p:nvSpPr>
            <p:spPr>
              <a:xfrm>
                <a:off x="1440" y="2736"/>
                <a:ext cx="300" cy="3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Helvetica Neue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P</a:t>
                </a:r>
                <a:r>
                  <a:rPr b="0" baseline="-25000" i="0" lang="en-US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16"/>
              <p:cNvSpPr txBox="1"/>
              <p:nvPr/>
            </p:nvSpPr>
            <p:spPr>
              <a:xfrm>
                <a:off x="1728" y="2736"/>
                <a:ext cx="300" cy="3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Helvetica Neue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P</a:t>
                </a:r>
                <a:r>
                  <a:rPr b="0" baseline="-25000" i="0" lang="en-US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3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16"/>
              <p:cNvSpPr txBox="1"/>
              <p:nvPr/>
            </p:nvSpPr>
            <p:spPr>
              <a:xfrm>
                <a:off x="2016" y="2736"/>
                <a:ext cx="300" cy="3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Helvetica Neue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P</a:t>
                </a:r>
                <a:r>
                  <a:rPr b="0" baseline="-25000" i="0" lang="en-US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16"/>
              <p:cNvSpPr txBox="1"/>
              <p:nvPr/>
            </p:nvSpPr>
            <p:spPr>
              <a:xfrm>
                <a:off x="2304" y="2736"/>
                <a:ext cx="300" cy="3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Helvetica Neue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P</a:t>
                </a:r>
                <a:r>
                  <a:rPr b="0" baseline="-25000" i="0" lang="en-US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16"/>
              <p:cNvSpPr txBox="1"/>
              <p:nvPr/>
            </p:nvSpPr>
            <p:spPr>
              <a:xfrm>
                <a:off x="2592" y="2736"/>
                <a:ext cx="300" cy="3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Helvetica Neue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P</a:t>
                </a:r>
                <a:r>
                  <a:rPr b="0" baseline="-25000" i="0" lang="en-US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16"/>
              <p:cNvSpPr txBox="1"/>
              <p:nvPr/>
            </p:nvSpPr>
            <p:spPr>
              <a:xfrm>
                <a:off x="2880" y="2736"/>
                <a:ext cx="300" cy="3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Helvetica Neue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P</a:t>
                </a:r>
                <a:r>
                  <a:rPr b="0" baseline="-25000" i="0" lang="en-US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16"/>
              <p:cNvSpPr txBox="1"/>
              <p:nvPr/>
            </p:nvSpPr>
            <p:spPr>
              <a:xfrm>
                <a:off x="3168" y="2736"/>
                <a:ext cx="300" cy="3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Helvetica Neue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P</a:t>
                </a:r>
                <a:r>
                  <a:rPr b="0" baseline="-25000" i="0" lang="en-US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5" name="Google Shape;325;p16"/>
            <p:cNvSpPr txBox="1"/>
            <p:nvPr/>
          </p:nvSpPr>
          <p:spPr>
            <a:xfrm>
              <a:off x="1086" y="3048"/>
              <a:ext cx="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6"/>
            <p:cNvSpPr txBox="1"/>
            <p:nvPr/>
          </p:nvSpPr>
          <p:spPr>
            <a:xfrm>
              <a:off x="1386" y="305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6"/>
            <p:cNvSpPr txBox="1"/>
            <p:nvPr/>
          </p:nvSpPr>
          <p:spPr>
            <a:xfrm>
              <a:off x="2111" y="3049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6"/>
            <p:cNvSpPr txBox="1"/>
            <p:nvPr/>
          </p:nvSpPr>
          <p:spPr>
            <a:xfrm>
              <a:off x="2499" y="3049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6"/>
            <p:cNvSpPr txBox="1"/>
            <p:nvPr/>
          </p:nvSpPr>
          <p:spPr>
            <a:xfrm>
              <a:off x="2835" y="3049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16"/>
            <p:cNvSpPr txBox="1"/>
            <p:nvPr/>
          </p:nvSpPr>
          <p:spPr>
            <a:xfrm>
              <a:off x="3131" y="3049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16"/>
            <p:cNvSpPr txBox="1"/>
            <p:nvPr/>
          </p:nvSpPr>
          <p:spPr>
            <a:xfrm>
              <a:off x="3515" y="3049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16"/>
            <p:cNvSpPr txBox="1"/>
            <p:nvPr/>
          </p:nvSpPr>
          <p:spPr>
            <a:xfrm>
              <a:off x="3851" y="3049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Helvetica Neue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30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370c52b747_0_0"/>
          <p:cNvSpPr txBox="1"/>
          <p:nvPr>
            <p:ph type="title"/>
          </p:nvPr>
        </p:nvSpPr>
        <p:spPr>
          <a:xfrm>
            <a:off x="685800" y="369887"/>
            <a:ext cx="12344400" cy="768300"/>
          </a:xfrm>
          <a:prstGeom prst="rect">
            <a:avLst/>
          </a:prstGeom>
        </p:spPr>
        <p:txBody>
          <a:bodyPr anchorCtr="0" anchor="b" bIns="65275" lIns="130575" spcFirstLastPara="1" rIns="130575" wrap="square" tIns="6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4600"/>
              <a:buFont typeface="Arial"/>
              <a:buNone/>
            </a:pPr>
            <a:r>
              <a:rPr lang="en-US" sz="4400"/>
              <a:t>Example of RR with Time Quantum</a:t>
            </a:r>
            <a:endParaRPr/>
          </a:p>
        </p:txBody>
      </p:sp>
      <p:sp>
        <p:nvSpPr>
          <p:cNvPr id="339" name="Google Shape;339;g3370c52b747_0_0"/>
          <p:cNvSpPr txBox="1"/>
          <p:nvPr>
            <p:ph idx="1" type="body"/>
          </p:nvPr>
        </p:nvSpPr>
        <p:spPr>
          <a:xfrm>
            <a:off x="1209675" y="1644650"/>
            <a:ext cx="11303700" cy="6040500"/>
          </a:xfrm>
          <a:prstGeom prst="rect">
            <a:avLst/>
          </a:prstGeom>
        </p:spPr>
        <p:txBody>
          <a:bodyPr anchorCtr="0" anchor="t" bIns="65275" lIns="130575" spcFirstLastPara="1" rIns="130575" wrap="square" tIns="65275">
            <a:noAutofit/>
          </a:bodyPr>
          <a:lstStyle/>
          <a:p>
            <a:pPr indent="-487362" lvl="0" marL="48736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487362" lvl="0" marL="48736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40" name="Google Shape;340;g3370c52b747_0_0"/>
          <p:cNvGraphicFramePr/>
          <p:nvPr/>
        </p:nvGraphicFramePr>
        <p:xfrm>
          <a:off x="4455025" y="18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{A009F5C3-F625-4C0B-91DC-D8D44450B9D1}</a:tableStyleId>
              </a:tblPr>
              <a:tblGrid>
                <a:gridCol w="1446900"/>
                <a:gridCol w="1446900"/>
                <a:gridCol w="1446900"/>
              </a:tblGrid>
              <a:tr h="46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Process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Arrival Time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Burst Time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62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P1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62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P2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62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P3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62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P4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41" name="Google Shape;341;g3370c52b747_0_0"/>
          <p:cNvGraphicFramePr/>
          <p:nvPr/>
        </p:nvGraphicFramePr>
        <p:xfrm>
          <a:off x="3818100" y="538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{A009F5C3-F625-4C0B-91DC-D8D44450B9D1}</a:tableStyleId>
              </a:tblPr>
              <a:tblGrid>
                <a:gridCol w="1127450"/>
                <a:gridCol w="1127450"/>
                <a:gridCol w="1127450"/>
                <a:gridCol w="1127450"/>
                <a:gridCol w="1127450"/>
                <a:gridCol w="1127450"/>
                <a:gridCol w="1127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42" name="Google Shape;342;g3370c52b747_0_0"/>
          <p:cNvSpPr txBox="1"/>
          <p:nvPr/>
        </p:nvSpPr>
        <p:spPr>
          <a:xfrm>
            <a:off x="1448700" y="5260550"/>
            <a:ext cx="2369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Ready Queue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g3370c52b747_0_0"/>
          <p:cNvSpPr txBox="1"/>
          <p:nvPr/>
        </p:nvSpPr>
        <p:spPr>
          <a:xfrm>
            <a:off x="1372500" y="6879800"/>
            <a:ext cx="190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Gantt Chart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44" name="Google Shape;344;g3370c52b747_0_0"/>
          <p:cNvGraphicFramePr/>
          <p:nvPr/>
        </p:nvGraphicFramePr>
        <p:xfrm>
          <a:off x="3818100" y="691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{A009F5C3-F625-4C0B-91DC-D8D44450B9D1}</a:tableStyleId>
              </a:tblPr>
              <a:tblGrid>
                <a:gridCol w="1127450"/>
                <a:gridCol w="1127450"/>
                <a:gridCol w="1127450"/>
                <a:gridCol w="1127450"/>
                <a:gridCol w="1127450"/>
                <a:gridCol w="1127450"/>
                <a:gridCol w="1127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45" name="Google Shape;345;g3370c52b747_0_0"/>
          <p:cNvSpPr txBox="1"/>
          <p:nvPr/>
        </p:nvSpPr>
        <p:spPr>
          <a:xfrm>
            <a:off x="3646800" y="7730225"/>
            <a:ext cx="837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0             2               4                 6                8               9               11                12 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7"/>
          <p:cNvSpPr txBox="1"/>
          <p:nvPr>
            <p:ph type="title"/>
          </p:nvPr>
        </p:nvSpPr>
        <p:spPr>
          <a:xfrm>
            <a:off x="1538287" y="514350"/>
            <a:ext cx="11744325" cy="700087"/>
          </a:xfrm>
          <a:prstGeom prst="rect">
            <a:avLst/>
          </a:prstGeom>
          <a:noFill/>
          <a:ln>
            <a:noFill/>
          </a:ln>
        </p:spPr>
        <p:txBody>
          <a:bodyPr anchorCtr="0" anchor="b" bIns="65275" lIns="130575" spcFirstLastPara="1" rIns="130575" wrap="square" tIns="65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Time Quantum and Context Switch Time</a:t>
            </a:r>
            <a:endParaRPr/>
          </a:p>
        </p:txBody>
      </p:sp>
      <p:pic>
        <p:nvPicPr>
          <p:cNvPr id="352" name="Google Shape;3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9600" y="2476500"/>
            <a:ext cx="10301474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7"/>
          <p:cNvSpPr/>
          <p:nvPr/>
        </p:nvSpPr>
        <p:spPr>
          <a:xfrm>
            <a:off x="2582275" y="7014300"/>
            <a:ext cx="5589300" cy="2394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9FC5E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8"/>
          <p:cNvSpPr txBox="1"/>
          <p:nvPr>
            <p:ph type="title"/>
          </p:nvPr>
        </p:nvSpPr>
        <p:spPr>
          <a:xfrm>
            <a:off x="769937" y="636587"/>
            <a:ext cx="128031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65275" lIns="130575" spcFirstLastPara="1" rIns="130575" wrap="square" tIns="65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700"/>
              <a:buFont typeface="Arial"/>
              <a:buNone/>
            </a:pPr>
            <a:r>
              <a:rPr b="1" i="0" lang="en-US" sz="37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Turnaround Time Varies With </a:t>
            </a:r>
            <a:br>
              <a:rPr b="1" i="0" lang="en-US" sz="37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7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The Time Quantum</a:t>
            </a:r>
            <a:endParaRPr/>
          </a:p>
        </p:txBody>
      </p:sp>
      <p:pic>
        <p:nvPicPr>
          <p:cNvPr id="360" name="Google Shape;3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7375" y="1839912"/>
            <a:ext cx="7507287" cy="549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8"/>
          <p:cNvSpPr txBox="1"/>
          <p:nvPr/>
        </p:nvSpPr>
        <p:spPr>
          <a:xfrm>
            <a:off x="8905875" y="4992687"/>
            <a:ext cx="3470275" cy="715962"/>
          </a:xfrm>
          <a:prstGeom prst="rect">
            <a:avLst/>
          </a:prstGeom>
          <a:noFill/>
          <a:ln>
            <a:noFill/>
          </a:ln>
        </p:spPr>
        <p:txBody>
          <a:bodyPr anchorCtr="0" anchor="t" bIns="65275" lIns="130575" spcFirstLastPara="1" rIns="130575" wrap="square" tIns="65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80% of CPU bursts should be shorter than 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9"/>
          <p:cNvSpPr txBox="1"/>
          <p:nvPr>
            <p:ph type="ctrTitle"/>
          </p:nvPr>
        </p:nvSpPr>
        <p:spPr>
          <a:xfrm>
            <a:off x="1028700" y="914400"/>
            <a:ext cx="11658600" cy="2836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275" lIns="130575" spcFirstLastPara="1" rIns="130575" wrap="square" tIns="65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6100"/>
              <a:buFont typeface="Arial"/>
              <a:buNone/>
            </a:pPr>
            <a:r>
              <a:rPr b="1" i="0" lang="en-US" sz="61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End of Chapter 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2011-02-10T17:10:04Z</dcterms:created>
  <dc:creator>Marilyn Turnamian</dc:creator>
</cp:coreProperties>
</file>