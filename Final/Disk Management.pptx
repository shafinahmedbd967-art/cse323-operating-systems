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9144000" cx="13716000"/>
  <p:notesSz cx="6997700" cy="9283700"/>
  <p:embeddedFontLst>
    <p:embeddedFont>
      <p:font typeface="Helvetica Neue"/>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536">
          <p15:clr>
            <a:srgbClr val="A4A3A4"/>
          </p15:clr>
        </p15:guide>
        <p15:guide id="2" pos="1960">
          <p15:clr>
            <a:srgbClr val="A4A3A4"/>
          </p15:clr>
        </p15:guide>
      </p15:sldGuideLst>
    </p:ext>
    <p:ext uri="GoogleSlidesCustomDataVersion2">
      <go:slidesCustomData xmlns:go="http://customooxmlschemas.google.com/" r:id="rId33" roundtripDataSignature="AMtx7mgX7nli0iphMl3l7QHot13EWOO+2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36" orient="horz"/>
        <p:guide pos="19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italic.fntdata"/><Relationship Id="rId30" Type="http://schemas.openxmlformats.org/officeDocument/2006/relationships/font" Target="fonts/HelveticaNeue-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HelveticaNeue-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2125" cy="463550"/>
          </a:xfrm>
          <a:prstGeom prst="rect">
            <a:avLst/>
          </a:prstGeom>
          <a:noFill/>
          <a:ln>
            <a:noFill/>
          </a:ln>
        </p:spPr>
        <p:txBody>
          <a:bodyPr anchorCtr="0" anchor="t" bIns="46500" lIns="93025" spcFirstLastPara="1" rIns="93025" wrap="square" tIns="465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3963988" y="0"/>
            <a:ext cx="3032125" cy="463550"/>
          </a:xfrm>
          <a:prstGeom prst="rect">
            <a:avLst/>
          </a:prstGeom>
          <a:noFill/>
          <a:ln>
            <a:noFill/>
          </a:ln>
        </p:spPr>
        <p:txBody>
          <a:bodyPr anchorCtr="0" anchor="t" bIns="46500" lIns="93025" spcFirstLastPara="1" rIns="93025" wrap="square" tIns="465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lvl1pPr indent="-228600" lvl="0" marL="457200" marR="0" rtl="0" algn="l">
              <a:spcBef>
                <a:spcPts val="510"/>
              </a:spcBef>
              <a:spcAft>
                <a:spcPts val="0"/>
              </a:spcAft>
              <a:buSzPts val="1400"/>
              <a:buNone/>
              <a:defRPr b="0" i="0" sz="1700" u="none" cap="none" strike="noStrike">
                <a:solidFill>
                  <a:schemeClr val="dk1"/>
                </a:solidFill>
                <a:latin typeface="Times New Roman"/>
                <a:ea typeface="Times New Roman"/>
                <a:cs typeface="Times New Roman"/>
                <a:sym typeface="Times New Roman"/>
              </a:defRPr>
            </a:lvl1pPr>
            <a:lvl2pPr indent="-228600" lvl="1" marL="914400" marR="0" rtl="0" algn="l">
              <a:spcBef>
                <a:spcPts val="510"/>
              </a:spcBef>
              <a:spcAft>
                <a:spcPts val="0"/>
              </a:spcAft>
              <a:buSzPts val="1400"/>
              <a:buNone/>
              <a:defRPr b="0" i="0" sz="17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510"/>
              </a:spcBef>
              <a:spcAft>
                <a:spcPts val="0"/>
              </a:spcAft>
              <a:buSzPts val="1400"/>
              <a:buNone/>
              <a:defRPr b="0" i="0" sz="17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510"/>
              </a:spcBef>
              <a:spcAft>
                <a:spcPts val="0"/>
              </a:spcAft>
              <a:buSzPts val="1400"/>
              <a:buNone/>
              <a:defRPr b="0" i="0" sz="17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510"/>
              </a:spcBef>
              <a:spcAft>
                <a:spcPts val="0"/>
              </a:spcAft>
              <a:buSzPts val="1400"/>
              <a:buNone/>
              <a:defRPr b="0" i="0" sz="17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7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7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7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7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18563"/>
            <a:ext cx="3032125" cy="463550"/>
          </a:xfrm>
          <a:prstGeom prst="rect">
            <a:avLst/>
          </a:prstGeom>
          <a:noFill/>
          <a:ln>
            <a:noFill/>
          </a:ln>
        </p:spPr>
        <p:txBody>
          <a:bodyPr anchorCtr="0" anchor="b" bIns="46500" lIns="93025" spcFirstLastPara="1" rIns="93025" wrap="square" tIns="465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6" name="Google Shape;66;p1: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1: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1a9cbbb7be_0_5:notes"/>
          <p:cNvSpPr/>
          <p:nvPr>
            <p:ph idx="2" type="sldImg"/>
          </p:nvPr>
        </p:nvSpPr>
        <p:spPr>
          <a:xfrm>
            <a:off x="889000" y="696913"/>
            <a:ext cx="5219700" cy="3481500"/>
          </a:xfrm>
          <a:custGeom>
            <a:rect b="b" l="l" r="r" t="t"/>
            <a:pathLst>
              <a:path extrusionOk="0" h="120000" w="120000">
                <a:moveTo>
                  <a:pt x="0" y="0"/>
                </a:moveTo>
                <a:lnTo>
                  <a:pt x="120000" y="0"/>
                </a:lnTo>
                <a:lnTo>
                  <a:pt x="120000" y="120000"/>
                </a:lnTo>
                <a:lnTo>
                  <a:pt x="0" y="120000"/>
                </a:lnTo>
                <a:close/>
              </a:path>
            </a:pathLst>
          </a:custGeom>
        </p:spPr>
      </p:sp>
      <p:sp>
        <p:nvSpPr>
          <p:cNvPr id="72" name="Google Shape;72;g31a9cbbb7be_0_5:notes"/>
          <p:cNvSpPr txBox="1"/>
          <p:nvPr>
            <p:ph idx="1" type="body"/>
          </p:nvPr>
        </p:nvSpPr>
        <p:spPr>
          <a:xfrm>
            <a:off x="700088" y="4410075"/>
            <a:ext cx="5597400" cy="4176600"/>
          </a:xfrm>
          <a:prstGeom prst="rect">
            <a:avLst/>
          </a:prstGeom>
        </p:spPr>
        <p:txBody>
          <a:bodyPr anchorCtr="0" anchor="t" bIns="46500" lIns="93025" spcFirstLastPara="1" rIns="93025" wrap="square" tIns="46500">
            <a:noAutofit/>
          </a:bodyPr>
          <a:lstStyle/>
          <a:p>
            <a:pPr indent="0" lvl="0" marL="0" rtl="0" algn="l">
              <a:spcBef>
                <a:spcPts val="510"/>
              </a:spcBef>
              <a:spcAft>
                <a:spcPts val="0"/>
              </a:spcAft>
              <a:buNone/>
            </a:pPr>
            <a:r>
              <a:t/>
            </a:r>
            <a:endParaRPr/>
          </a:p>
        </p:txBody>
      </p:sp>
      <p:sp>
        <p:nvSpPr>
          <p:cNvPr id="73" name="Google Shape;73;g31a9cbbb7be_0_5:notes"/>
          <p:cNvSpPr txBox="1"/>
          <p:nvPr>
            <p:ph idx="12" type="sldNum"/>
          </p:nvPr>
        </p:nvSpPr>
        <p:spPr>
          <a:xfrm>
            <a:off x="3963988" y="8818563"/>
            <a:ext cx="3032100" cy="463500"/>
          </a:xfrm>
          <a:prstGeom prst="rect">
            <a:avLst/>
          </a:prstGeom>
        </p:spPr>
        <p:txBody>
          <a:bodyPr anchorCtr="0" anchor="b" bIns="46500" lIns="93025" spcFirstLastPara="1" rIns="93025" wrap="square" tIns="465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0" name="Google Shape;80;p2: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2: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3: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7" name="Google Shape;87;p3: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3: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510"/>
              </a:spcBef>
              <a:spcAft>
                <a:spcPts val="0"/>
              </a:spcAft>
              <a:buNone/>
            </a:pPr>
            <a:r>
              <a:t/>
            </a:r>
            <a:endParaRPr/>
          </a:p>
        </p:txBody>
      </p:sp>
      <p:sp>
        <p:nvSpPr>
          <p:cNvPr id="94" name="Google Shape;94;p4: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510"/>
              </a:spcBef>
              <a:spcAft>
                <a:spcPts val="0"/>
              </a:spcAft>
              <a:buNone/>
            </a:pPr>
            <a:r>
              <a:t/>
            </a:r>
            <a:endParaRPr/>
          </a:p>
        </p:txBody>
      </p:sp>
      <p:sp>
        <p:nvSpPr>
          <p:cNvPr id="102" name="Google Shape;102;p5: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510"/>
              </a:spcBef>
              <a:spcAft>
                <a:spcPts val="0"/>
              </a:spcAft>
              <a:buNone/>
            </a:pPr>
            <a:r>
              <a:t/>
            </a:r>
            <a:endParaRPr/>
          </a:p>
        </p:txBody>
      </p:sp>
      <p:sp>
        <p:nvSpPr>
          <p:cNvPr id="108" name="Google Shape;108;p6: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510"/>
              </a:spcBef>
              <a:spcAft>
                <a:spcPts val="0"/>
              </a:spcAft>
              <a:buNone/>
            </a:pPr>
            <a:r>
              <a:t/>
            </a:r>
            <a:endParaRPr/>
          </a:p>
        </p:txBody>
      </p:sp>
      <p:sp>
        <p:nvSpPr>
          <p:cNvPr id="115" name="Google Shape;115;p7: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21" name="Google Shape;121;p8: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8: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28" name="Google Shape;128;p9: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9: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35" name="Google Shape;135;p10: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10: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42" name="Google Shape;142;p11: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11: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2: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49" name="Google Shape;149;p12: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12: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3: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57" name="Google Shape;157;p13: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13: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4: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64" name="Google Shape;164;p14: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4: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5: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71" name="Google Shape;171;p15: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5: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6: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78" name="Google Shape;178;p16: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16: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7: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85" name="Google Shape;185;p17: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7: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8: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92" name="Google Shape;192;p18: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18: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99" name="Google Shape;199;p19: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9: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0: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06" name="Google Shape;206;p20: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20: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1: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13" name="Google Shape;213;p21: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21: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2: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20" name="Google Shape;220;p22:notes"/>
          <p:cNvSpPr/>
          <p:nvPr>
            <p:ph idx="2" type="sldImg"/>
          </p:nvPr>
        </p:nvSpPr>
        <p:spPr>
          <a:xfrm>
            <a:off x="889000" y="696913"/>
            <a:ext cx="521970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22: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grpSp>
        <p:nvGrpSpPr>
          <p:cNvPr id="22" name="Google Shape;22;p24"/>
          <p:cNvGrpSpPr/>
          <p:nvPr/>
        </p:nvGrpSpPr>
        <p:grpSpPr>
          <a:xfrm>
            <a:off x="298450" y="3948113"/>
            <a:ext cx="12915900" cy="268287"/>
            <a:chOff x="125" y="1865"/>
            <a:chExt cx="5424" cy="127"/>
          </a:xfrm>
        </p:grpSpPr>
        <p:sp>
          <p:nvSpPr>
            <p:cNvPr id="23" name="Google Shape;23;p24"/>
            <p:cNvSpPr/>
            <p:nvPr/>
          </p:nvSpPr>
          <p:spPr>
            <a:xfrm>
              <a:off x="125"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4" name="Google Shape;24;p24"/>
            <p:cNvSpPr/>
            <p:nvPr/>
          </p:nvSpPr>
          <p:spPr>
            <a:xfrm>
              <a:off x="1933" y="1865"/>
              <a:ext cx="1808" cy="127"/>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 name="Google Shape;25;p24"/>
            <p:cNvSpPr/>
            <p:nvPr/>
          </p:nvSpPr>
          <p:spPr>
            <a:xfrm>
              <a:off x="3741"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sp>
        <p:nvSpPr>
          <p:cNvPr id="26" name="Google Shape;26;p24"/>
          <p:cNvSpPr txBox="1"/>
          <p:nvPr/>
        </p:nvSpPr>
        <p:spPr>
          <a:xfrm>
            <a:off x="9734550" y="8783638"/>
            <a:ext cx="4070350" cy="347662"/>
          </a:xfrm>
          <a:prstGeom prst="rect">
            <a:avLst/>
          </a:prstGeom>
          <a:noFill/>
          <a:ln>
            <a:noFill/>
          </a:ln>
        </p:spPr>
        <p:txBody>
          <a:bodyPr anchorCtr="0" anchor="t" bIns="65300" lIns="130600" spcFirstLastPara="1" rIns="130600" wrap="square" tIns="65300">
            <a:spAutoFit/>
          </a:bodyPr>
          <a:lstStyle/>
          <a:p>
            <a:pPr indent="0" lvl="0" marL="0" marR="0" rtl="0" algn="ctr">
              <a:spcBef>
                <a:spcPts val="0"/>
              </a:spcBef>
              <a:spcAft>
                <a:spcPts val="0"/>
              </a:spcAft>
              <a:buNone/>
            </a:pPr>
            <a:r>
              <a:rPr b="1" i="0" lang="en-US" sz="1400" u="none" cap="none" strike="noStrike">
                <a:solidFill>
                  <a:srgbClr val="336699"/>
                </a:solidFill>
                <a:latin typeface="Helvetica Neue"/>
                <a:ea typeface="Helvetica Neue"/>
                <a:cs typeface="Helvetica Neue"/>
                <a:sym typeface="Helvetica Neue"/>
              </a:rPr>
              <a:t>Silberschatz, Galvin and Gagne ©2013</a:t>
            </a:r>
            <a:endParaRPr/>
          </a:p>
        </p:txBody>
      </p:sp>
      <p:sp>
        <p:nvSpPr>
          <p:cNvPr id="27" name="Google Shape;27;p24"/>
          <p:cNvSpPr txBox="1"/>
          <p:nvPr/>
        </p:nvSpPr>
        <p:spPr>
          <a:xfrm>
            <a:off x="41275" y="8818563"/>
            <a:ext cx="3727450" cy="347662"/>
          </a:xfrm>
          <a:prstGeom prst="rect">
            <a:avLst/>
          </a:prstGeom>
          <a:noFill/>
          <a:ln>
            <a:noFill/>
          </a:ln>
        </p:spPr>
        <p:txBody>
          <a:bodyPr anchorCtr="0" anchor="t" bIns="65300" lIns="130600" spcFirstLastPara="1" rIns="130600" wrap="square" tIns="65300">
            <a:spAutoFit/>
          </a:bodyPr>
          <a:lstStyle/>
          <a:p>
            <a:pPr indent="0" lvl="0" marL="0" marR="0" rtl="0" algn="l">
              <a:spcBef>
                <a:spcPts val="0"/>
              </a:spcBef>
              <a:spcAft>
                <a:spcPts val="0"/>
              </a:spcAft>
              <a:buNone/>
            </a:pPr>
            <a:r>
              <a:rPr b="1" i="0" lang="en-US" sz="1400" u="none" cap="none" strike="noStrike">
                <a:solidFill>
                  <a:srgbClr val="336699"/>
                </a:solidFill>
                <a:latin typeface="Helvetica Neue"/>
                <a:ea typeface="Helvetica Neue"/>
                <a:cs typeface="Helvetica Neue"/>
                <a:sym typeface="Helvetica Neue"/>
              </a:rPr>
              <a:t>Operating System Concepts – 9</a:t>
            </a:r>
            <a:r>
              <a:rPr b="1" baseline="30000" i="0" lang="en-US" sz="1400" u="none" cap="none" strike="noStrike">
                <a:solidFill>
                  <a:srgbClr val="336699"/>
                </a:solidFill>
                <a:latin typeface="Helvetica Neue"/>
                <a:ea typeface="Helvetica Neue"/>
                <a:cs typeface="Helvetica Neue"/>
                <a:sym typeface="Helvetica Neue"/>
              </a:rPr>
              <a:t>th</a:t>
            </a:r>
            <a:r>
              <a:rPr b="1" i="0" lang="en-US" sz="1400" u="none" cap="none" strike="noStrike">
                <a:solidFill>
                  <a:srgbClr val="336699"/>
                </a:solidFill>
                <a:latin typeface="Helvetica Neue"/>
                <a:ea typeface="Helvetica Neue"/>
                <a:cs typeface="Helvetica Neue"/>
                <a:sym typeface="Helvetica Neue"/>
              </a:rPr>
              <a:t> Edition</a:t>
            </a:r>
            <a:endParaRPr/>
          </a:p>
        </p:txBody>
      </p:sp>
      <p:pic>
        <p:nvPicPr>
          <p:cNvPr descr="dino_4" id="28" name="Google Shape;28;p24"/>
          <p:cNvPicPr preferRelativeResize="0"/>
          <p:nvPr/>
        </p:nvPicPr>
        <p:blipFill rotWithShape="1">
          <a:blip r:embed="rId2">
            <a:alphaModFix/>
          </a:blip>
          <a:srcRect b="0" l="0" r="0" t="0"/>
          <a:stretch/>
        </p:blipFill>
        <p:spPr>
          <a:xfrm>
            <a:off x="5041900" y="5543550"/>
            <a:ext cx="3092450" cy="2125663"/>
          </a:xfrm>
          <a:prstGeom prst="rect">
            <a:avLst/>
          </a:prstGeom>
          <a:noFill/>
          <a:ln cap="flat" cmpd="sng" w="76200">
            <a:solidFill>
              <a:srgbClr val="336699"/>
            </a:solidFill>
            <a:prstDash val="solid"/>
            <a:miter lim="800000"/>
            <a:headEnd len="sm" w="sm" type="none"/>
            <a:tailEnd len="sm" w="sm" type="none"/>
          </a:ln>
        </p:spPr>
      </p:pic>
      <p:sp>
        <p:nvSpPr>
          <p:cNvPr id="29" name="Google Shape;29;p24"/>
          <p:cNvSpPr/>
          <p:nvPr/>
        </p:nvSpPr>
        <p:spPr>
          <a:xfrm>
            <a:off x="4837113" y="5354638"/>
            <a:ext cx="3505200" cy="2517775"/>
          </a:xfrm>
          <a:prstGeom prst="rect">
            <a:avLst/>
          </a:prstGeom>
          <a:noFill/>
          <a:ln cap="flat" cmpd="thinThick" w="57150">
            <a:solidFill>
              <a:srgbClr val="66CCFF"/>
            </a:solidFill>
            <a:prstDash val="solid"/>
            <a:miter lim="800000"/>
            <a:headEnd len="sm" w="sm" type="none"/>
            <a:tailEnd len="sm" w="sm" type="none"/>
          </a:ln>
        </p:spPr>
        <p:txBody>
          <a:bodyPr anchorCtr="0" anchor="ctr" bIns="65300" lIns="130600" spcFirstLastPara="1" rIns="130600" wrap="square" tIns="653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 name="Google Shape;30;p24"/>
          <p:cNvSpPr txBox="1"/>
          <p:nvPr>
            <p:ph type="ctrTitle"/>
          </p:nvPr>
        </p:nvSpPr>
        <p:spPr>
          <a:xfrm>
            <a:off x="1028700" y="914400"/>
            <a:ext cx="11658600" cy="2836333"/>
          </a:xfrm>
          <a:prstGeom prst="rect">
            <a:avLst/>
          </a:prstGeom>
          <a:noFill/>
          <a:ln>
            <a:noFill/>
          </a:ln>
        </p:spPr>
        <p:txBody>
          <a:bodyPr anchorCtr="0" anchor="b" bIns="65300" lIns="130600" spcFirstLastPara="1" rIns="130600" wrap="square" tIns="65300">
            <a:noAutofit/>
          </a:bodyPr>
          <a:lstStyle>
            <a:lvl1pPr lvl="0" algn="ctr">
              <a:spcBef>
                <a:spcPts val="0"/>
              </a:spcBef>
              <a:spcAft>
                <a:spcPts val="0"/>
              </a:spcAft>
              <a:buSzPts val="1400"/>
              <a:buNone/>
              <a:defRPr sz="61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25"/>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25"/>
          <p:cNvSpPr txBox="1"/>
          <p:nvPr>
            <p:ph idx="1" type="body"/>
          </p:nvPr>
        </p:nvSpPr>
        <p:spPr>
          <a:xfrm>
            <a:off x="1209675" y="1644650"/>
            <a:ext cx="12344400" cy="6040438"/>
          </a:xfrm>
          <a:prstGeom prst="rect">
            <a:avLst/>
          </a:prstGeom>
          <a:noFill/>
          <a:ln>
            <a:noFill/>
          </a:ln>
        </p:spPr>
        <p:txBody>
          <a:bodyPr anchorCtr="0" anchor="t" bIns="65300" lIns="130600" spcFirstLastPara="1" rIns="130600" wrap="square" tIns="65300">
            <a:noAutofit/>
          </a:bodyPr>
          <a:lstStyle>
            <a:lvl1pPr indent="-331470" lvl="0" marL="457200" algn="l">
              <a:spcBef>
                <a:spcPts val="630"/>
              </a:spcBef>
              <a:spcAft>
                <a:spcPts val="0"/>
              </a:spcAft>
              <a:buSzPts val="1620"/>
              <a:buChar char="●"/>
              <a:defRPr/>
            </a:lvl1pPr>
            <a:lvl2pPr indent="-320040" lvl="1" marL="914400" algn="l">
              <a:spcBef>
                <a:spcPts val="630"/>
              </a:spcBef>
              <a:spcAft>
                <a:spcPts val="0"/>
              </a:spcAft>
              <a:buSzPts val="144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26"/>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27"/>
          <p:cNvSpPr txBox="1"/>
          <p:nvPr>
            <p:ph type="title"/>
          </p:nvPr>
        </p:nvSpPr>
        <p:spPr>
          <a:xfrm>
            <a:off x="1083470" y="5875867"/>
            <a:ext cx="11658600" cy="1816100"/>
          </a:xfrm>
          <a:prstGeom prst="rect">
            <a:avLst/>
          </a:prstGeom>
          <a:noFill/>
          <a:ln>
            <a:noFill/>
          </a:ln>
        </p:spPr>
        <p:txBody>
          <a:bodyPr anchorCtr="0" anchor="t" bIns="65300" lIns="130600" spcFirstLastPara="1" rIns="130600" wrap="square" tIns="65300">
            <a:noAutofit/>
          </a:bodyPr>
          <a:lstStyle>
            <a:lvl1pPr lvl="0" algn="l">
              <a:spcBef>
                <a:spcPts val="0"/>
              </a:spcBef>
              <a:spcAft>
                <a:spcPts val="0"/>
              </a:spcAft>
              <a:buSzPts val="1400"/>
              <a:buNone/>
              <a:defRPr b="1" sz="57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27"/>
          <p:cNvSpPr txBox="1"/>
          <p:nvPr>
            <p:ph idx="1" type="body"/>
          </p:nvPr>
        </p:nvSpPr>
        <p:spPr>
          <a:xfrm>
            <a:off x="1083470" y="3875618"/>
            <a:ext cx="11658600" cy="2000249"/>
          </a:xfrm>
          <a:prstGeom prst="rect">
            <a:avLst/>
          </a:prstGeom>
          <a:noFill/>
          <a:ln>
            <a:noFill/>
          </a:ln>
        </p:spPr>
        <p:txBody>
          <a:bodyPr anchorCtr="0" anchor="b" bIns="65300" lIns="130600" spcFirstLastPara="1" rIns="130600" wrap="square" tIns="65300">
            <a:noAutofit/>
          </a:bodyPr>
          <a:lstStyle>
            <a:lvl1pPr indent="-228600" lvl="0" marL="457200" algn="l">
              <a:spcBef>
                <a:spcPts val="1015"/>
              </a:spcBef>
              <a:spcAft>
                <a:spcPts val="0"/>
              </a:spcAft>
              <a:buSzPts val="2610"/>
              <a:buNone/>
              <a:defRPr sz="2900"/>
            </a:lvl1pPr>
            <a:lvl2pPr indent="-228600" lvl="1" marL="914400" algn="l">
              <a:spcBef>
                <a:spcPts val="910"/>
              </a:spcBef>
              <a:spcAft>
                <a:spcPts val="0"/>
              </a:spcAft>
              <a:buSzPts val="2080"/>
              <a:buNone/>
              <a:defRPr sz="2600"/>
            </a:lvl2pPr>
            <a:lvl3pPr indent="-228600" lvl="2" marL="1371600" algn="l">
              <a:spcBef>
                <a:spcPts val="805"/>
              </a:spcBef>
              <a:spcAft>
                <a:spcPts val="0"/>
              </a:spcAft>
              <a:buSzPts val="1725"/>
              <a:buNone/>
              <a:defRPr sz="2300"/>
            </a:lvl3pPr>
            <a:lvl4pPr indent="-228600" lvl="3" marL="1828800" algn="l">
              <a:spcBef>
                <a:spcPts val="700"/>
              </a:spcBef>
              <a:spcAft>
                <a:spcPts val="0"/>
              </a:spcAft>
              <a:buSzPts val="1500"/>
              <a:buFont typeface="Helvetica Neue"/>
              <a:buNone/>
              <a:defRPr sz="2000"/>
            </a:lvl4pPr>
            <a:lvl5pPr indent="-228600" lvl="4" marL="2286000" algn="l">
              <a:spcBef>
                <a:spcPts val="700"/>
              </a:spcBef>
              <a:spcAft>
                <a:spcPts val="0"/>
              </a:spcAft>
              <a:buSzPts val="1500"/>
              <a:buFont typeface="Helvetica Neue"/>
              <a:buNone/>
              <a:defRPr sz="2000"/>
            </a:lvl5pPr>
            <a:lvl6pPr indent="-228600" lvl="5" marL="2743200" algn="l">
              <a:spcBef>
                <a:spcPts val="700"/>
              </a:spcBef>
              <a:spcAft>
                <a:spcPts val="0"/>
              </a:spcAft>
              <a:buSzPts val="1500"/>
              <a:buFont typeface="Helvetica Neue"/>
              <a:buNone/>
              <a:defRPr sz="2000"/>
            </a:lvl6pPr>
            <a:lvl7pPr indent="-228600" lvl="6" marL="3200400" algn="l">
              <a:spcBef>
                <a:spcPts val="700"/>
              </a:spcBef>
              <a:spcAft>
                <a:spcPts val="0"/>
              </a:spcAft>
              <a:buSzPts val="1500"/>
              <a:buFont typeface="Helvetica Neue"/>
              <a:buNone/>
              <a:defRPr sz="2000"/>
            </a:lvl7pPr>
            <a:lvl8pPr indent="-228600" lvl="7" marL="3657600" algn="l">
              <a:spcBef>
                <a:spcPts val="700"/>
              </a:spcBef>
              <a:spcAft>
                <a:spcPts val="0"/>
              </a:spcAft>
              <a:buSzPts val="1500"/>
              <a:buFont typeface="Helvetica Neue"/>
              <a:buNone/>
              <a:defRPr sz="2000"/>
            </a:lvl8pPr>
            <a:lvl9pPr indent="-228600" lvl="8" marL="4114800" algn="l">
              <a:spcBef>
                <a:spcPts val="700"/>
              </a:spcBef>
              <a:spcAft>
                <a:spcPts val="0"/>
              </a:spcAft>
              <a:buSzPts val="1500"/>
              <a:buFont typeface="Helvetica Neue"/>
              <a:buNone/>
              <a:defRPr sz="2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8"/>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28"/>
          <p:cNvSpPr txBox="1"/>
          <p:nvPr>
            <p:ph idx="1" type="body"/>
          </p:nvPr>
        </p:nvSpPr>
        <p:spPr>
          <a:xfrm>
            <a:off x="1209675" y="1644651"/>
            <a:ext cx="6057900" cy="6040967"/>
          </a:xfrm>
          <a:prstGeom prst="rect">
            <a:avLst/>
          </a:prstGeom>
          <a:noFill/>
          <a:ln>
            <a:noFill/>
          </a:ln>
        </p:spPr>
        <p:txBody>
          <a:bodyPr anchorCtr="0" anchor="t" bIns="65300" lIns="130600" spcFirstLastPara="1" rIns="130600" wrap="square" tIns="65300">
            <a:noAutofit/>
          </a:bodyPr>
          <a:lstStyle>
            <a:lvl1pPr indent="-457200" lvl="0" marL="457200" algn="l">
              <a:spcBef>
                <a:spcPts val="1400"/>
              </a:spcBef>
              <a:spcAft>
                <a:spcPts val="0"/>
              </a:spcAft>
              <a:buSzPts val="3600"/>
              <a:buChar char="●"/>
              <a:defRPr sz="4000"/>
            </a:lvl1pPr>
            <a:lvl2pPr indent="-401319" lvl="1" marL="914400" algn="l">
              <a:spcBef>
                <a:spcPts val="1190"/>
              </a:spcBef>
              <a:spcAft>
                <a:spcPts val="0"/>
              </a:spcAft>
              <a:buSzPts val="2720"/>
              <a:buChar char="●"/>
              <a:defRPr sz="3400"/>
            </a:lvl2pPr>
            <a:lvl3pPr indent="-366712" lvl="2" marL="1371600" algn="l">
              <a:spcBef>
                <a:spcPts val="1015"/>
              </a:spcBef>
              <a:spcAft>
                <a:spcPts val="0"/>
              </a:spcAft>
              <a:buSzPts val="2175"/>
              <a:buChar char="4"/>
              <a:defRPr sz="2900"/>
            </a:lvl3pPr>
            <a:lvl4pPr indent="-352425" lvl="3" marL="1828800" algn="l">
              <a:spcBef>
                <a:spcPts val="910"/>
              </a:spcBef>
              <a:spcAft>
                <a:spcPts val="0"/>
              </a:spcAft>
              <a:buSzPts val="1950"/>
              <a:buFont typeface="Helvetica Neue"/>
              <a:buChar char="–"/>
              <a:defRPr sz="2600"/>
            </a:lvl4pPr>
            <a:lvl5pPr indent="-352425" lvl="4" marL="2286000" algn="l">
              <a:spcBef>
                <a:spcPts val="910"/>
              </a:spcBef>
              <a:spcAft>
                <a:spcPts val="0"/>
              </a:spcAft>
              <a:buSzPts val="1950"/>
              <a:buFont typeface="Helvetica Neue"/>
              <a:buChar char="»"/>
              <a:defRPr sz="2600"/>
            </a:lvl5pPr>
            <a:lvl6pPr indent="-352425" lvl="5" marL="2743200" algn="l">
              <a:spcBef>
                <a:spcPts val="910"/>
              </a:spcBef>
              <a:spcAft>
                <a:spcPts val="0"/>
              </a:spcAft>
              <a:buSzPts val="1950"/>
              <a:buFont typeface="Helvetica Neue"/>
              <a:buChar char="»"/>
              <a:defRPr sz="2600"/>
            </a:lvl6pPr>
            <a:lvl7pPr indent="-352425" lvl="6" marL="3200400" algn="l">
              <a:spcBef>
                <a:spcPts val="910"/>
              </a:spcBef>
              <a:spcAft>
                <a:spcPts val="0"/>
              </a:spcAft>
              <a:buSzPts val="1950"/>
              <a:buFont typeface="Helvetica Neue"/>
              <a:buChar char="»"/>
              <a:defRPr sz="2600"/>
            </a:lvl7pPr>
            <a:lvl8pPr indent="-352425" lvl="7" marL="3657600" algn="l">
              <a:spcBef>
                <a:spcPts val="910"/>
              </a:spcBef>
              <a:spcAft>
                <a:spcPts val="0"/>
              </a:spcAft>
              <a:buSzPts val="1950"/>
              <a:buFont typeface="Helvetica Neue"/>
              <a:buChar char="»"/>
              <a:defRPr sz="2600"/>
            </a:lvl8pPr>
            <a:lvl9pPr indent="-352425" lvl="8" marL="4114800" algn="l">
              <a:spcBef>
                <a:spcPts val="910"/>
              </a:spcBef>
              <a:spcAft>
                <a:spcPts val="0"/>
              </a:spcAft>
              <a:buSzPts val="1950"/>
              <a:buFont typeface="Helvetica Neue"/>
              <a:buChar char="»"/>
              <a:defRPr sz="2600"/>
            </a:lvl9pPr>
          </a:lstStyle>
          <a:p/>
        </p:txBody>
      </p:sp>
      <p:sp>
        <p:nvSpPr>
          <p:cNvPr id="42" name="Google Shape;42;p28"/>
          <p:cNvSpPr txBox="1"/>
          <p:nvPr>
            <p:ph idx="2" type="body"/>
          </p:nvPr>
        </p:nvSpPr>
        <p:spPr>
          <a:xfrm>
            <a:off x="7496175" y="1644651"/>
            <a:ext cx="6057900" cy="6040967"/>
          </a:xfrm>
          <a:prstGeom prst="rect">
            <a:avLst/>
          </a:prstGeom>
          <a:noFill/>
          <a:ln>
            <a:noFill/>
          </a:ln>
        </p:spPr>
        <p:txBody>
          <a:bodyPr anchorCtr="0" anchor="t" bIns="65300" lIns="130600" spcFirstLastPara="1" rIns="130600" wrap="square" tIns="65300">
            <a:noAutofit/>
          </a:bodyPr>
          <a:lstStyle>
            <a:lvl1pPr indent="-457200" lvl="0" marL="457200" algn="l">
              <a:spcBef>
                <a:spcPts val="1400"/>
              </a:spcBef>
              <a:spcAft>
                <a:spcPts val="0"/>
              </a:spcAft>
              <a:buSzPts val="3600"/>
              <a:buChar char="●"/>
              <a:defRPr sz="4000"/>
            </a:lvl1pPr>
            <a:lvl2pPr indent="-401319" lvl="1" marL="914400" algn="l">
              <a:spcBef>
                <a:spcPts val="1190"/>
              </a:spcBef>
              <a:spcAft>
                <a:spcPts val="0"/>
              </a:spcAft>
              <a:buSzPts val="2720"/>
              <a:buChar char="●"/>
              <a:defRPr sz="3400"/>
            </a:lvl2pPr>
            <a:lvl3pPr indent="-366712" lvl="2" marL="1371600" algn="l">
              <a:spcBef>
                <a:spcPts val="1015"/>
              </a:spcBef>
              <a:spcAft>
                <a:spcPts val="0"/>
              </a:spcAft>
              <a:buSzPts val="2175"/>
              <a:buChar char="4"/>
              <a:defRPr sz="2900"/>
            </a:lvl3pPr>
            <a:lvl4pPr indent="-352425" lvl="3" marL="1828800" algn="l">
              <a:spcBef>
                <a:spcPts val="910"/>
              </a:spcBef>
              <a:spcAft>
                <a:spcPts val="0"/>
              </a:spcAft>
              <a:buSzPts val="1950"/>
              <a:buFont typeface="Helvetica Neue"/>
              <a:buChar char="–"/>
              <a:defRPr sz="2600"/>
            </a:lvl4pPr>
            <a:lvl5pPr indent="-352425" lvl="4" marL="2286000" algn="l">
              <a:spcBef>
                <a:spcPts val="910"/>
              </a:spcBef>
              <a:spcAft>
                <a:spcPts val="0"/>
              </a:spcAft>
              <a:buSzPts val="1950"/>
              <a:buFont typeface="Helvetica Neue"/>
              <a:buChar char="»"/>
              <a:defRPr sz="2600"/>
            </a:lvl5pPr>
            <a:lvl6pPr indent="-352425" lvl="5" marL="2743200" algn="l">
              <a:spcBef>
                <a:spcPts val="910"/>
              </a:spcBef>
              <a:spcAft>
                <a:spcPts val="0"/>
              </a:spcAft>
              <a:buSzPts val="1950"/>
              <a:buFont typeface="Helvetica Neue"/>
              <a:buChar char="»"/>
              <a:defRPr sz="2600"/>
            </a:lvl6pPr>
            <a:lvl7pPr indent="-352425" lvl="6" marL="3200400" algn="l">
              <a:spcBef>
                <a:spcPts val="910"/>
              </a:spcBef>
              <a:spcAft>
                <a:spcPts val="0"/>
              </a:spcAft>
              <a:buSzPts val="1950"/>
              <a:buFont typeface="Helvetica Neue"/>
              <a:buChar char="»"/>
              <a:defRPr sz="2600"/>
            </a:lvl7pPr>
            <a:lvl8pPr indent="-352425" lvl="7" marL="3657600" algn="l">
              <a:spcBef>
                <a:spcPts val="910"/>
              </a:spcBef>
              <a:spcAft>
                <a:spcPts val="0"/>
              </a:spcAft>
              <a:buSzPts val="1950"/>
              <a:buFont typeface="Helvetica Neue"/>
              <a:buChar char="»"/>
              <a:defRPr sz="2600"/>
            </a:lvl8pPr>
            <a:lvl9pPr indent="-352425" lvl="8" marL="4114800" algn="l">
              <a:spcBef>
                <a:spcPts val="910"/>
              </a:spcBef>
              <a:spcAft>
                <a:spcPts val="0"/>
              </a:spcAft>
              <a:buSzPts val="1950"/>
              <a:buFont typeface="Helvetica Neue"/>
              <a:buChar char="»"/>
              <a:defRPr sz="2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29"/>
          <p:cNvSpPr txBox="1"/>
          <p:nvPr>
            <p:ph type="title"/>
          </p:nvPr>
        </p:nvSpPr>
        <p:spPr>
          <a:xfrm>
            <a:off x="685800" y="366184"/>
            <a:ext cx="12344400" cy="1524000"/>
          </a:xfrm>
          <a:prstGeom prst="rect">
            <a:avLst/>
          </a:prstGeom>
          <a:noFill/>
          <a:ln>
            <a:noFill/>
          </a:ln>
        </p:spPr>
        <p:txBody>
          <a:bodyPr anchorCtr="0" anchor="b" bIns="65300" lIns="130600" spcFirstLastPara="1" rIns="130600" wrap="square" tIns="653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29"/>
          <p:cNvSpPr txBox="1"/>
          <p:nvPr>
            <p:ph idx="1" type="body"/>
          </p:nvPr>
        </p:nvSpPr>
        <p:spPr>
          <a:xfrm>
            <a:off x="685800" y="2046817"/>
            <a:ext cx="6060282" cy="853016"/>
          </a:xfrm>
          <a:prstGeom prst="rect">
            <a:avLst/>
          </a:prstGeom>
          <a:noFill/>
          <a:ln>
            <a:noFill/>
          </a:ln>
        </p:spPr>
        <p:txBody>
          <a:bodyPr anchorCtr="0" anchor="b" bIns="65300" lIns="130600" spcFirstLastPara="1" rIns="130600" wrap="square" tIns="65300">
            <a:noAutofit/>
          </a:bodyPr>
          <a:lstStyle>
            <a:lvl1pPr indent="-228600" lvl="0" marL="457200" algn="l">
              <a:spcBef>
                <a:spcPts val="1190"/>
              </a:spcBef>
              <a:spcAft>
                <a:spcPts val="0"/>
              </a:spcAft>
              <a:buSzPts val="3060"/>
              <a:buNone/>
              <a:defRPr b="1" sz="3400"/>
            </a:lvl1pPr>
            <a:lvl2pPr indent="-228600" lvl="1" marL="914400" algn="l">
              <a:spcBef>
                <a:spcPts val="1015"/>
              </a:spcBef>
              <a:spcAft>
                <a:spcPts val="0"/>
              </a:spcAft>
              <a:buSzPts val="2320"/>
              <a:buNone/>
              <a:defRPr b="1" sz="2900"/>
            </a:lvl2pPr>
            <a:lvl3pPr indent="-228600" lvl="2" marL="1371600" algn="l">
              <a:spcBef>
                <a:spcPts val="910"/>
              </a:spcBef>
              <a:spcAft>
                <a:spcPts val="0"/>
              </a:spcAft>
              <a:buSzPts val="1950"/>
              <a:buNone/>
              <a:defRPr b="1" sz="2600"/>
            </a:lvl3pPr>
            <a:lvl4pPr indent="-228600" lvl="3" marL="1828800" algn="l">
              <a:spcBef>
                <a:spcPts val="805"/>
              </a:spcBef>
              <a:spcAft>
                <a:spcPts val="0"/>
              </a:spcAft>
              <a:buSzPts val="1725"/>
              <a:buFont typeface="Helvetica Neue"/>
              <a:buNone/>
              <a:defRPr b="1" sz="2300"/>
            </a:lvl4pPr>
            <a:lvl5pPr indent="-228600" lvl="4" marL="2286000" algn="l">
              <a:spcBef>
                <a:spcPts val="805"/>
              </a:spcBef>
              <a:spcAft>
                <a:spcPts val="0"/>
              </a:spcAft>
              <a:buSzPts val="1725"/>
              <a:buFont typeface="Helvetica Neue"/>
              <a:buNone/>
              <a:defRPr b="1" sz="2300"/>
            </a:lvl5pPr>
            <a:lvl6pPr indent="-228600" lvl="5" marL="2743200" algn="l">
              <a:spcBef>
                <a:spcPts val="805"/>
              </a:spcBef>
              <a:spcAft>
                <a:spcPts val="0"/>
              </a:spcAft>
              <a:buSzPts val="1725"/>
              <a:buFont typeface="Helvetica Neue"/>
              <a:buNone/>
              <a:defRPr b="1" sz="2300"/>
            </a:lvl6pPr>
            <a:lvl7pPr indent="-228600" lvl="6" marL="3200400" algn="l">
              <a:spcBef>
                <a:spcPts val="805"/>
              </a:spcBef>
              <a:spcAft>
                <a:spcPts val="0"/>
              </a:spcAft>
              <a:buSzPts val="1725"/>
              <a:buFont typeface="Helvetica Neue"/>
              <a:buNone/>
              <a:defRPr b="1" sz="2300"/>
            </a:lvl7pPr>
            <a:lvl8pPr indent="-228600" lvl="7" marL="3657600" algn="l">
              <a:spcBef>
                <a:spcPts val="805"/>
              </a:spcBef>
              <a:spcAft>
                <a:spcPts val="0"/>
              </a:spcAft>
              <a:buSzPts val="1725"/>
              <a:buFont typeface="Helvetica Neue"/>
              <a:buNone/>
              <a:defRPr b="1" sz="2300"/>
            </a:lvl8pPr>
            <a:lvl9pPr indent="-228600" lvl="8" marL="4114800" algn="l">
              <a:spcBef>
                <a:spcPts val="805"/>
              </a:spcBef>
              <a:spcAft>
                <a:spcPts val="0"/>
              </a:spcAft>
              <a:buSzPts val="1725"/>
              <a:buFont typeface="Helvetica Neue"/>
              <a:buNone/>
              <a:defRPr b="1" sz="2300"/>
            </a:lvl9pPr>
          </a:lstStyle>
          <a:p/>
        </p:txBody>
      </p:sp>
      <p:sp>
        <p:nvSpPr>
          <p:cNvPr id="46" name="Google Shape;46;p29"/>
          <p:cNvSpPr txBox="1"/>
          <p:nvPr>
            <p:ph idx="2" type="body"/>
          </p:nvPr>
        </p:nvSpPr>
        <p:spPr>
          <a:xfrm>
            <a:off x="685800" y="2899833"/>
            <a:ext cx="6060282" cy="5268384"/>
          </a:xfrm>
          <a:prstGeom prst="rect">
            <a:avLst/>
          </a:prstGeom>
          <a:noFill/>
          <a:ln>
            <a:noFill/>
          </a:ln>
        </p:spPr>
        <p:txBody>
          <a:bodyPr anchorCtr="0" anchor="t" bIns="65300" lIns="130600" spcFirstLastPara="1" rIns="130600" wrap="square" tIns="65300">
            <a:noAutofit/>
          </a:bodyPr>
          <a:lstStyle>
            <a:lvl1pPr indent="-422910" lvl="0" marL="457200" algn="l">
              <a:spcBef>
                <a:spcPts val="1190"/>
              </a:spcBef>
              <a:spcAft>
                <a:spcPts val="0"/>
              </a:spcAft>
              <a:buSzPts val="3060"/>
              <a:buChar char="●"/>
              <a:defRPr sz="3400"/>
            </a:lvl1pPr>
            <a:lvl2pPr indent="-375919" lvl="1" marL="914400" algn="l">
              <a:spcBef>
                <a:spcPts val="1015"/>
              </a:spcBef>
              <a:spcAft>
                <a:spcPts val="0"/>
              </a:spcAft>
              <a:buSzPts val="2320"/>
              <a:buChar char="●"/>
              <a:defRPr sz="2900"/>
            </a:lvl2pPr>
            <a:lvl3pPr indent="-352425" lvl="2" marL="1371600" algn="l">
              <a:spcBef>
                <a:spcPts val="910"/>
              </a:spcBef>
              <a:spcAft>
                <a:spcPts val="0"/>
              </a:spcAft>
              <a:buSzPts val="1950"/>
              <a:buChar char="4"/>
              <a:defRPr sz="2600"/>
            </a:lvl3pPr>
            <a:lvl4pPr indent="-338137" lvl="3" marL="1828800" algn="l">
              <a:spcBef>
                <a:spcPts val="805"/>
              </a:spcBef>
              <a:spcAft>
                <a:spcPts val="0"/>
              </a:spcAft>
              <a:buSzPts val="1725"/>
              <a:buFont typeface="Helvetica Neue"/>
              <a:buChar char="–"/>
              <a:defRPr sz="2300"/>
            </a:lvl4pPr>
            <a:lvl5pPr indent="-338137" lvl="4" marL="2286000" algn="l">
              <a:spcBef>
                <a:spcPts val="805"/>
              </a:spcBef>
              <a:spcAft>
                <a:spcPts val="0"/>
              </a:spcAft>
              <a:buSzPts val="1725"/>
              <a:buFont typeface="Helvetica Neue"/>
              <a:buChar char="»"/>
              <a:defRPr sz="2300"/>
            </a:lvl5pPr>
            <a:lvl6pPr indent="-338137" lvl="5" marL="2743200" algn="l">
              <a:spcBef>
                <a:spcPts val="805"/>
              </a:spcBef>
              <a:spcAft>
                <a:spcPts val="0"/>
              </a:spcAft>
              <a:buSzPts val="1725"/>
              <a:buFont typeface="Helvetica Neue"/>
              <a:buChar char="»"/>
              <a:defRPr sz="2300"/>
            </a:lvl6pPr>
            <a:lvl7pPr indent="-338137" lvl="6" marL="3200400" algn="l">
              <a:spcBef>
                <a:spcPts val="805"/>
              </a:spcBef>
              <a:spcAft>
                <a:spcPts val="0"/>
              </a:spcAft>
              <a:buSzPts val="1725"/>
              <a:buFont typeface="Helvetica Neue"/>
              <a:buChar char="»"/>
              <a:defRPr sz="2300"/>
            </a:lvl7pPr>
            <a:lvl8pPr indent="-338137" lvl="7" marL="3657600" algn="l">
              <a:spcBef>
                <a:spcPts val="805"/>
              </a:spcBef>
              <a:spcAft>
                <a:spcPts val="0"/>
              </a:spcAft>
              <a:buSzPts val="1725"/>
              <a:buFont typeface="Helvetica Neue"/>
              <a:buChar char="»"/>
              <a:defRPr sz="2300"/>
            </a:lvl8pPr>
            <a:lvl9pPr indent="-338137" lvl="8" marL="4114800" algn="l">
              <a:spcBef>
                <a:spcPts val="805"/>
              </a:spcBef>
              <a:spcAft>
                <a:spcPts val="0"/>
              </a:spcAft>
              <a:buSzPts val="1725"/>
              <a:buFont typeface="Helvetica Neue"/>
              <a:buChar char="»"/>
              <a:defRPr sz="2300"/>
            </a:lvl9pPr>
          </a:lstStyle>
          <a:p/>
        </p:txBody>
      </p:sp>
      <p:sp>
        <p:nvSpPr>
          <p:cNvPr id="47" name="Google Shape;47;p29"/>
          <p:cNvSpPr txBox="1"/>
          <p:nvPr>
            <p:ph idx="3" type="body"/>
          </p:nvPr>
        </p:nvSpPr>
        <p:spPr>
          <a:xfrm>
            <a:off x="6967538" y="2046817"/>
            <a:ext cx="6062663" cy="853016"/>
          </a:xfrm>
          <a:prstGeom prst="rect">
            <a:avLst/>
          </a:prstGeom>
          <a:noFill/>
          <a:ln>
            <a:noFill/>
          </a:ln>
        </p:spPr>
        <p:txBody>
          <a:bodyPr anchorCtr="0" anchor="b" bIns="65300" lIns="130600" spcFirstLastPara="1" rIns="130600" wrap="square" tIns="65300">
            <a:noAutofit/>
          </a:bodyPr>
          <a:lstStyle>
            <a:lvl1pPr indent="-228600" lvl="0" marL="457200" algn="l">
              <a:spcBef>
                <a:spcPts val="1190"/>
              </a:spcBef>
              <a:spcAft>
                <a:spcPts val="0"/>
              </a:spcAft>
              <a:buSzPts val="3060"/>
              <a:buNone/>
              <a:defRPr b="1" sz="3400"/>
            </a:lvl1pPr>
            <a:lvl2pPr indent="-228600" lvl="1" marL="914400" algn="l">
              <a:spcBef>
                <a:spcPts val="1015"/>
              </a:spcBef>
              <a:spcAft>
                <a:spcPts val="0"/>
              </a:spcAft>
              <a:buSzPts val="2320"/>
              <a:buNone/>
              <a:defRPr b="1" sz="2900"/>
            </a:lvl2pPr>
            <a:lvl3pPr indent="-228600" lvl="2" marL="1371600" algn="l">
              <a:spcBef>
                <a:spcPts val="910"/>
              </a:spcBef>
              <a:spcAft>
                <a:spcPts val="0"/>
              </a:spcAft>
              <a:buSzPts val="1950"/>
              <a:buNone/>
              <a:defRPr b="1" sz="2600"/>
            </a:lvl3pPr>
            <a:lvl4pPr indent="-228600" lvl="3" marL="1828800" algn="l">
              <a:spcBef>
                <a:spcPts val="805"/>
              </a:spcBef>
              <a:spcAft>
                <a:spcPts val="0"/>
              </a:spcAft>
              <a:buSzPts val="1725"/>
              <a:buFont typeface="Helvetica Neue"/>
              <a:buNone/>
              <a:defRPr b="1" sz="2300"/>
            </a:lvl4pPr>
            <a:lvl5pPr indent="-228600" lvl="4" marL="2286000" algn="l">
              <a:spcBef>
                <a:spcPts val="805"/>
              </a:spcBef>
              <a:spcAft>
                <a:spcPts val="0"/>
              </a:spcAft>
              <a:buSzPts val="1725"/>
              <a:buFont typeface="Helvetica Neue"/>
              <a:buNone/>
              <a:defRPr b="1" sz="2300"/>
            </a:lvl5pPr>
            <a:lvl6pPr indent="-228600" lvl="5" marL="2743200" algn="l">
              <a:spcBef>
                <a:spcPts val="805"/>
              </a:spcBef>
              <a:spcAft>
                <a:spcPts val="0"/>
              </a:spcAft>
              <a:buSzPts val="1725"/>
              <a:buFont typeface="Helvetica Neue"/>
              <a:buNone/>
              <a:defRPr b="1" sz="2300"/>
            </a:lvl6pPr>
            <a:lvl7pPr indent="-228600" lvl="6" marL="3200400" algn="l">
              <a:spcBef>
                <a:spcPts val="805"/>
              </a:spcBef>
              <a:spcAft>
                <a:spcPts val="0"/>
              </a:spcAft>
              <a:buSzPts val="1725"/>
              <a:buFont typeface="Helvetica Neue"/>
              <a:buNone/>
              <a:defRPr b="1" sz="2300"/>
            </a:lvl7pPr>
            <a:lvl8pPr indent="-228600" lvl="7" marL="3657600" algn="l">
              <a:spcBef>
                <a:spcPts val="805"/>
              </a:spcBef>
              <a:spcAft>
                <a:spcPts val="0"/>
              </a:spcAft>
              <a:buSzPts val="1725"/>
              <a:buFont typeface="Helvetica Neue"/>
              <a:buNone/>
              <a:defRPr b="1" sz="2300"/>
            </a:lvl8pPr>
            <a:lvl9pPr indent="-228600" lvl="8" marL="4114800" algn="l">
              <a:spcBef>
                <a:spcPts val="805"/>
              </a:spcBef>
              <a:spcAft>
                <a:spcPts val="0"/>
              </a:spcAft>
              <a:buSzPts val="1725"/>
              <a:buFont typeface="Helvetica Neue"/>
              <a:buNone/>
              <a:defRPr b="1" sz="2300"/>
            </a:lvl9pPr>
          </a:lstStyle>
          <a:p/>
        </p:txBody>
      </p:sp>
      <p:sp>
        <p:nvSpPr>
          <p:cNvPr id="48" name="Google Shape;48;p29"/>
          <p:cNvSpPr txBox="1"/>
          <p:nvPr>
            <p:ph idx="4" type="body"/>
          </p:nvPr>
        </p:nvSpPr>
        <p:spPr>
          <a:xfrm>
            <a:off x="6967538" y="2899833"/>
            <a:ext cx="6062663" cy="5268384"/>
          </a:xfrm>
          <a:prstGeom prst="rect">
            <a:avLst/>
          </a:prstGeom>
          <a:noFill/>
          <a:ln>
            <a:noFill/>
          </a:ln>
        </p:spPr>
        <p:txBody>
          <a:bodyPr anchorCtr="0" anchor="t" bIns="65300" lIns="130600" spcFirstLastPara="1" rIns="130600" wrap="square" tIns="65300">
            <a:noAutofit/>
          </a:bodyPr>
          <a:lstStyle>
            <a:lvl1pPr indent="-422910" lvl="0" marL="457200" algn="l">
              <a:spcBef>
                <a:spcPts val="1190"/>
              </a:spcBef>
              <a:spcAft>
                <a:spcPts val="0"/>
              </a:spcAft>
              <a:buSzPts val="3060"/>
              <a:buChar char="●"/>
              <a:defRPr sz="3400"/>
            </a:lvl1pPr>
            <a:lvl2pPr indent="-375919" lvl="1" marL="914400" algn="l">
              <a:spcBef>
                <a:spcPts val="1015"/>
              </a:spcBef>
              <a:spcAft>
                <a:spcPts val="0"/>
              </a:spcAft>
              <a:buSzPts val="2320"/>
              <a:buChar char="●"/>
              <a:defRPr sz="2900"/>
            </a:lvl2pPr>
            <a:lvl3pPr indent="-352425" lvl="2" marL="1371600" algn="l">
              <a:spcBef>
                <a:spcPts val="910"/>
              </a:spcBef>
              <a:spcAft>
                <a:spcPts val="0"/>
              </a:spcAft>
              <a:buSzPts val="1950"/>
              <a:buChar char="4"/>
              <a:defRPr sz="2600"/>
            </a:lvl3pPr>
            <a:lvl4pPr indent="-338137" lvl="3" marL="1828800" algn="l">
              <a:spcBef>
                <a:spcPts val="805"/>
              </a:spcBef>
              <a:spcAft>
                <a:spcPts val="0"/>
              </a:spcAft>
              <a:buSzPts val="1725"/>
              <a:buFont typeface="Helvetica Neue"/>
              <a:buChar char="–"/>
              <a:defRPr sz="2300"/>
            </a:lvl4pPr>
            <a:lvl5pPr indent="-338137" lvl="4" marL="2286000" algn="l">
              <a:spcBef>
                <a:spcPts val="805"/>
              </a:spcBef>
              <a:spcAft>
                <a:spcPts val="0"/>
              </a:spcAft>
              <a:buSzPts val="1725"/>
              <a:buFont typeface="Helvetica Neue"/>
              <a:buChar char="»"/>
              <a:defRPr sz="2300"/>
            </a:lvl5pPr>
            <a:lvl6pPr indent="-338137" lvl="5" marL="2743200" algn="l">
              <a:spcBef>
                <a:spcPts val="805"/>
              </a:spcBef>
              <a:spcAft>
                <a:spcPts val="0"/>
              </a:spcAft>
              <a:buSzPts val="1725"/>
              <a:buFont typeface="Helvetica Neue"/>
              <a:buChar char="»"/>
              <a:defRPr sz="2300"/>
            </a:lvl6pPr>
            <a:lvl7pPr indent="-338137" lvl="6" marL="3200400" algn="l">
              <a:spcBef>
                <a:spcPts val="805"/>
              </a:spcBef>
              <a:spcAft>
                <a:spcPts val="0"/>
              </a:spcAft>
              <a:buSzPts val="1725"/>
              <a:buFont typeface="Helvetica Neue"/>
              <a:buChar char="»"/>
              <a:defRPr sz="2300"/>
            </a:lvl7pPr>
            <a:lvl8pPr indent="-338137" lvl="7" marL="3657600" algn="l">
              <a:spcBef>
                <a:spcPts val="805"/>
              </a:spcBef>
              <a:spcAft>
                <a:spcPts val="0"/>
              </a:spcAft>
              <a:buSzPts val="1725"/>
              <a:buFont typeface="Helvetica Neue"/>
              <a:buChar char="»"/>
              <a:defRPr sz="2300"/>
            </a:lvl8pPr>
            <a:lvl9pPr indent="-338137" lvl="8" marL="4114800" algn="l">
              <a:spcBef>
                <a:spcPts val="805"/>
              </a:spcBef>
              <a:spcAft>
                <a:spcPts val="0"/>
              </a:spcAft>
              <a:buSzPts val="1725"/>
              <a:buFont typeface="Helvetica Neue"/>
              <a:buChar char="»"/>
              <a:defRPr sz="23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31"/>
          <p:cNvSpPr txBox="1"/>
          <p:nvPr>
            <p:ph type="title"/>
          </p:nvPr>
        </p:nvSpPr>
        <p:spPr>
          <a:xfrm>
            <a:off x="685801" y="364067"/>
            <a:ext cx="4512470" cy="1549400"/>
          </a:xfrm>
          <a:prstGeom prst="rect">
            <a:avLst/>
          </a:prstGeom>
          <a:noFill/>
          <a:ln>
            <a:noFill/>
          </a:ln>
        </p:spPr>
        <p:txBody>
          <a:bodyPr anchorCtr="0" anchor="b" bIns="65300" lIns="130600" spcFirstLastPara="1" rIns="130600" wrap="square" tIns="65300">
            <a:noAutofit/>
          </a:bodyPr>
          <a:lstStyle>
            <a:lvl1pPr lvl="0" algn="l">
              <a:spcBef>
                <a:spcPts val="0"/>
              </a:spcBef>
              <a:spcAft>
                <a:spcPts val="0"/>
              </a:spcAft>
              <a:buSzPts val="1400"/>
              <a:buNone/>
              <a:defRPr b="1" sz="29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31"/>
          <p:cNvSpPr txBox="1"/>
          <p:nvPr>
            <p:ph idx="1" type="body"/>
          </p:nvPr>
        </p:nvSpPr>
        <p:spPr>
          <a:xfrm>
            <a:off x="5362575" y="364067"/>
            <a:ext cx="7667625" cy="7804151"/>
          </a:xfrm>
          <a:prstGeom prst="rect">
            <a:avLst/>
          </a:prstGeom>
          <a:noFill/>
          <a:ln>
            <a:noFill/>
          </a:ln>
        </p:spPr>
        <p:txBody>
          <a:bodyPr anchorCtr="0" anchor="t" bIns="65300" lIns="130600" spcFirstLastPara="1" rIns="130600" wrap="square" tIns="65300">
            <a:noAutofit/>
          </a:bodyPr>
          <a:lstStyle>
            <a:lvl1pPr indent="-491490" lvl="0" marL="457200" algn="l">
              <a:spcBef>
                <a:spcPts val="1610"/>
              </a:spcBef>
              <a:spcAft>
                <a:spcPts val="0"/>
              </a:spcAft>
              <a:buSzPts val="4140"/>
              <a:buChar char="●"/>
              <a:defRPr sz="4600"/>
            </a:lvl1pPr>
            <a:lvl2pPr indent="-431800" lvl="1" marL="914400" algn="l">
              <a:spcBef>
                <a:spcPts val="1400"/>
              </a:spcBef>
              <a:spcAft>
                <a:spcPts val="0"/>
              </a:spcAft>
              <a:buSzPts val="3200"/>
              <a:buChar char="●"/>
              <a:defRPr sz="4000"/>
            </a:lvl2pPr>
            <a:lvl3pPr indent="-390525" lvl="2" marL="1371600" algn="l">
              <a:spcBef>
                <a:spcPts val="1190"/>
              </a:spcBef>
              <a:spcAft>
                <a:spcPts val="0"/>
              </a:spcAft>
              <a:buSzPts val="2550"/>
              <a:buChar char="4"/>
              <a:defRPr sz="3400"/>
            </a:lvl3pPr>
            <a:lvl4pPr indent="-366712" lvl="3" marL="1828800" algn="l">
              <a:spcBef>
                <a:spcPts val="1015"/>
              </a:spcBef>
              <a:spcAft>
                <a:spcPts val="0"/>
              </a:spcAft>
              <a:buSzPts val="2175"/>
              <a:buFont typeface="Helvetica Neue"/>
              <a:buChar char="–"/>
              <a:defRPr sz="2900"/>
            </a:lvl4pPr>
            <a:lvl5pPr indent="-366712" lvl="4" marL="2286000" algn="l">
              <a:spcBef>
                <a:spcPts val="1015"/>
              </a:spcBef>
              <a:spcAft>
                <a:spcPts val="0"/>
              </a:spcAft>
              <a:buSzPts val="2175"/>
              <a:buFont typeface="Helvetica Neue"/>
              <a:buChar char="»"/>
              <a:defRPr sz="2900"/>
            </a:lvl5pPr>
            <a:lvl6pPr indent="-366712" lvl="5" marL="2743200" algn="l">
              <a:spcBef>
                <a:spcPts val="1015"/>
              </a:spcBef>
              <a:spcAft>
                <a:spcPts val="0"/>
              </a:spcAft>
              <a:buSzPts val="2175"/>
              <a:buFont typeface="Helvetica Neue"/>
              <a:buChar char="»"/>
              <a:defRPr sz="2900"/>
            </a:lvl6pPr>
            <a:lvl7pPr indent="-366712" lvl="6" marL="3200400" algn="l">
              <a:spcBef>
                <a:spcPts val="1015"/>
              </a:spcBef>
              <a:spcAft>
                <a:spcPts val="0"/>
              </a:spcAft>
              <a:buSzPts val="2175"/>
              <a:buFont typeface="Helvetica Neue"/>
              <a:buChar char="»"/>
              <a:defRPr sz="2900"/>
            </a:lvl7pPr>
            <a:lvl8pPr indent="-366712" lvl="7" marL="3657600" algn="l">
              <a:spcBef>
                <a:spcPts val="1015"/>
              </a:spcBef>
              <a:spcAft>
                <a:spcPts val="0"/>
              </a:spcAft>
              <a:buSzPts val="2175"/>
              <a:buFont typeface="Helvetica Neue"/>
              <a:buChar char="»"/>
              <a:defRPr sz="2900"/>
            </a:lvl8pPr>
            <a:lvl9pPr indent="-366712" lvl="8" marL="4114800" algn="l">
              <a:spcBef>
                <a:spcPts val="1015"/>
              </a:spcBef>
              <a:spcAft>
                <a:spcPts val="0"/>
              </a:spcAft>
              <a:buSzPts val="2175"/>
              <a:buFont typeface="Helvetica Neue"/>
              <a:buChar char="»"/>
              <a:defRPr sz="2900"/>
            </a:lvl9pPr>
          </a:lstStyle>
          <a:p/>
        </p:txBody>
      </p:sp>
      <p:sp>
        <p:nvSpPr>
          <p:cNvPr id="53" name="Google Shape;53;p31"/>
          <p:cNvSpPr txBox="1"/>
          <p:nvPr>
            <p:ph idx="2" type="body"/>
          </p:nvPr>
        </p:nvSpPr>
        <p:spPr>
          <a:xfrm>
            <a:off x="685801" y="1913467"/>
            <a:ext cx="4512470" cy="6254751"/>
          </a:xfrm>
          <a:prstGeom prst="rect">
            <a:avLst/>
          </a:prstGeom>
          <a:noFill/>
          <a:ln>
            <a:noFill/>
          </a:ln>
        </p:spPr>
        <p:txBody>
          <a:bodyPr anchorCtr="0" anchor="t" bIns="65300" lIns="130600" spcFirstLastPara="1" rIns="130600" wrap="square" tIns="65300">
            <a:noAutofit/>
          </a:bodyPr>
          <a:lstStyle>
            <a:lvl1pPr indent="-228600" lvl="0" marL="457200" algn="l">
              <a:spcBef>
                <a:spcPts val="700"/>
              </a:spcBef>
              <a:spcAft>
                <a:spcPts val="0"/>
              </a:spcAft>
              <a:buSzPts val="1800"/>
              <a:buNone/>
              <a:defRPr sz="2000"/>
            </a:lvl1pPr>
            <a:lvl2pPr indent="-228600" lvl="1" marL="914400" algn="l">
              <a:spcBef>
                <a:spcPts val="595"/>
              </a:spcBef>
              <a:spcAft>
                <a:spcPts val="0"/>
              </a:spcAft>
              <a:buSzPts val="1360"/>
              <a:buNone/>
              <a:defRPr sz="1700"/>
            </a:lvl2pPr>
            <a:lvl3pPr indent="-228600" lvl="2" marL="1371600" algn="l">
              <a:spcBef>
                <a:spcPts val="490"/>
              </a:spcBef>
              <a:spcAft>
                <a:spcPts val="0"/>
              </a:spcAft>
              <a:buSzPts val="1050"/>
              <a:buNone/>
              <a:defRPr sz="1400"/>
            </a:lvl3pPr>
            <a:lvl4pPr indent="-228600" lvl="3" marL="1828800" algn="l">
              <a:spcBef>
                <a:spcPts val="455"/>
              </a:spcBef>
              <a:spcAft>
                <a:spcPts val="0"/>
              </a:spcAft>
              <a:buSzPts val="975"/>
              <a:buFont typeface="Helvetica Neue"/>
              <a:buNone/>
              <a:defRPr sz="1300"/>
            </a:lvl4pPr>
            <a:lvl5pPr indent="-228600" lvl="4" marL="2286000" algn="l">
              <a:spcBef>
                <a:spcPts val="455"/>
              </a:spcBef>
              <a:spcAft>
                <a:spcPts val="0"/>
              </a:spcAft>
              <a:buSzPts val="975"/>
              <a:buFont typeface="Helvetica Neue"/>
              <a:buNone/>
              <a:defRPr sz="1300"/>
            </a:lvl5pPr>
            <a:lvl6pPr indent="-228600" lvl="5" marL="2743200" algn="l">
              <a:spcBef>
                <a:spcPts val="455"/>
              </a:spcBef>
              <a:spcAft>
                <a:spcPts val="0"/>
              </a:spcAft>
              <a:buSzPts val="975"/>
              <a:buFont typeface="Helvetica Neue"/>
              <a:buNone/>
              <a:defRPr sz="1300"/>
            </a:lvl6pPr>
            <a:lvl7pPr indent="-228600" lvl="6" marL="3200400" algn="l">
              <a:spcBef>
                <a:spcPts val="455"/>
              </a:spcBef>
              <a:spcAft>
                <a:spcPts val="0"/>
              </a:spcAft>
              <a:buSzPts val="975"/>
              <a:buFont typeface="Helvetica Neue"/>
              <a:buNone/>
              <a:defRPr sz="1300"/>
            </a:lvl7pPr>
            <a:lvl8pPr indent="-228600" lvl="7" marL="3657600" algn="l">
              <a:spcBef>
                <a:spcPts val="455"/>
              </a:spcBef>
              <a:spcAft>
                <a:spcPts val="0"/>
              </a:spcAft>
              <a:buSzPts val="975"/>
              <a:buFont typeface="Helvetica Neue"/>
              <a:buNone/>
              <a:defRPr sz="1300"/>
            </a:lvl8pPr>
            <a:lvl9pPr indent="-228600" lvl="8" marL="4114800" algn="l">
              <a:spcBef>
                <a:spcPts val="455"/>
              </a:spcBef>
              <a:spcAft>
                <a:spcPts val="0"/>
              </a:spcAft>
              <a:buSzPts val="975"/>
              <a:buFont typeface="Helvetica Neue"/>
              <a:buNone/>
              <a:defRPr sz="13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4" name="Shape 54"/>
        <p:cNvGrpSpPr/>
        <p:nvPr/>
      </p:nvGrpSpPr>
      <p:grpSpPr>
        <a:xfrm>
          <a:off x="0" y="0"/>
          <a:ext cx="0" cy="0"/>
          <a:chOff x="0" y="0"/>
          <a:chExt cx="0" cy="0"/>
        </a:xfrm>
      </p:grpSpPr>
      <p:sp>
        <p:nvSpPr>
          <p:cNvPr id="55" name="Google Shape;55;p32"/>
          <p:cNvSpPr txBox="1"/>
          <p:nvPr>
            <p:ph type="title"/>
          </p:nvPr>
        </p:nvSpPr>
        <p:spPr>
          <a:xfrm>
            <a:off x="2688432" y="6400800"/>
            <a:ext cx="8229600" cy="755651"/>
          </a:xfrm>
          <a:prstGeom prst="rect">
            <a:avLst/>
          </a:prstGeom>
          <a:noFill/>
          <a:ln>
            <a:noFill/>
          </a:ln>
        </p:spPr>
        <p:txBody>
          <a:bodyPr anchorCtr="0" anchor="b" bIns="65300" lIns="130600" spcFirstLastPara="1" rIns="130600" wrap="square" tIns="65300">
            <a:noAutofit/>
          </a:bodyPr>
          <a:lstStyle>
            <a:lvl1pPr lvl="0" algn="l">
              <a:spcBef>
                <a:spcPts val="0"/>
              </a:spcBef>
              <a:spcAft>
                <a:spcPts val="0"/>
              </a:spcAft>
              <a:buSzPts val="1400"/>
              <a:buNone/>
              <a:defRPr b="1" sz="29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32"/>
          <p:cNvSpPr/>
          <p:nvPr>
            <p:ph idx="2" type="pic"/>
          </p:nvPr>
        </p:nvSpPr>
        <p:spPr>
          <a:xfrm>
            <a:off x="2688432" y="817033"/>
            <a:ext cx="8229600" cy="5486400"/>
          </a:xfrm>
          <a:prstGeom prst="rect">
            <a:avLst/>
          </a:prstGeom>
          <a:noFill/>
          <a:ln>
            <a:noFill/>
          </a:ln>
        </p:spPr>
      </p:sp>
      <p:sp>
        <p:nvSpPr>
          <p:cNvPr id="57" name="Google Shape;57;p32"/>
          <p:cNvSpPr txBox="1"/>
          <p:nvPr>
            <p:ph idx="1" type="body"/>
          </p:nvPr>
        </p:nvSpPr>
        <p:spPr>
          <a:xfrm>
            <a:off x="2688432" y="7156451"/>
            <a:ext cx="8229600" cy="1073149"/>
          </a:xfrm>
          <a:prstGeom prst="rect">
            <a:avLst/>
          </a:prstGeom>
          <a:noFill/>
          <a:ln>
            <a:noFill/>
          </a:ln>
        </p:spPr>
        <p:txBody>
          <a:bodyPr anchorCtr="0" anchor="t" bIns="65300" lIns="130600" spcFirstLastPara="1" rIns="130600" wrap="square" tIns="65300">
            <a:noAutofit/>
          </a:bodyPr>
          <a:lstStyle>
            <a:lvl1pPr indent="-228600" lvl="0" marL="457200" algn="l">
              <a:spcBef>
                <a:spcPts val="700"/>
              </a:spcBef>
              <a:spcAft>
                <a:spcPts val="0"/>
              </a:spcAft>
              <a:buSzPts val="1800"/>
              <a:buNone/>
              <a:defRPr sz="2000"/>
            </a:lvl1pPr>
            <a:lvl2pPr indent="-228600" lvl="1" marL="914400" algn="l">
              <a:spcBef>
                <a:spcPts val="595"/>
              </a:spcBef>
              <a:spcAft>
                <a:spcPts val="0"/>
              </a:spcAft>
              <a:buSzPts val="1360"/>
              <a:buNone/>
              <a:defRPr sz="1700"/>
            </a:lvl2pPr>
            <a:lvl3pPr indent="-228600" lvl="2" marL="1371600" algn="l">
              <a:spcBef>
                <a:spcPts val="490"/>
              </a:spcBef>
              <a:spcAft>
                <a:spcPts val="0"/>
              </a:spcAft>
              <a:buSzPts val="1050"/>
              <a:buNone/>
              <a:defRPr sz="1400"/>
            </a:lvl3pPr>
            <a:lvl4pPr indent="-228600" lvl="3" marL="1828800" algn="l">
              <a:spcBef>
                <a:spcPts val="455"/>
              </a:spcBef>
              <a:spcAft>
                <a:spcPts val="0"/>
              </a:spcAft>
              <a:buSzPts val="975"/>
              <a:buFont typeface="Helvetica Neue"/>
              <a:buNone/>
              <a:defRPr sz="1300"/>
            </a:lvl4pPr>
            <a:lvl5pPr indent="-228600" lvl="4" marL="2286000" algn="l">
              <a:spcBef>
                <a:spcPts val="455"/>
              </a:spcBef>
              <a:spcAft>
                <a:spcPts val="0"/>
              </a:spcAft>
              <a:buSzPts val="975"/>
              <a:buFont typeface="Helvetica Neue"/>
              <a:buNone/>
              <a:defRPr sz="1300"/>
            </a:lvl5pPr>
            <a:lvl6pPr indent="-228600" lvl="5" marL="2743200" algn="l">
              <a:spcBef>
                <a:spcPts val="455"/>
              </a:spcBef>
              <a:spcAft>
                <a:spcPts val="0"/>
              </a:spcAft>
              <a:buSzPts val="975"/>
              <a:buFont typeface="Helvetica Neue"/>
              <a:buNone/>
              <a:defRPr sz="1300"/>
            </a:lvl6pPr>
            <a:lvl7pPr indent="-228600" lvl="6" marL="3200400" algn="l">
              <a:spcBef>
                <a:spcPts val="455"/>
              </a:spcBef>
              <a:spcAft>
                <a:spcPts val="0"/>
              </a:spcAft>
              <a:buSzPts val="975"/>
              <a:buFont typeface="Helvetica Neue"/>
              <a:buNone/>
              <a:defRPr sz="1300"/>
            </a:lvl7pPr>
            <a:lvl8pPr indent="-228600" lvl="7" marL="3657600" algn="l">
              <a:spcBef>
                <a:spcPts val="455"/>
              </a:spcBef>
              <a:spcAft>
                <a:spcPts val="0"/>
              </a:spcAft>
              <a:buSzPts val="975"/>
              <a:buFont typeface="Helvetica Neue"/>
              <a:buNone/>
              <a:defRPr sz="1300"/>
            </a:lvl8pPr>
            <a:lvl9pPr indent="-228600" lvl="8" marL="4114800" algn="l">
              <a:spcBef>
                <a:spcPts val="455"/>
              </a:spcBef>
              <a:spcAft>
                <a:spcPts val="0"/>
              </a:spcAft>
              <a:buSzPts val="975"/>
              <a:buFont typeface="Helvetica Neue"/>
              <a:buNone/>
              <a:defRPr sz="13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8" name="Shape 58"/>
        <p:cNvGrpSpPr/>
        <p:nvPr/>
      </p:nvGrpSpPr>
      <p:grpSpPr>
        <a:xfrm>
          <a:off x="0" y="0"/>
          <a:ext cx="0" cy="0"/>
          <a:chOff x="0" y="0"/>
          <a:chExt cx="0" cy="0"/>
        </a:xfrm>
      </p:grpSpPr>
      <p:sp>
        <p:nvSpPr>
          <p:cNvPr id="59" name="Google Shape;59;p33"/>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33"/>
          <p:cNvSpPr txBox="1"/>
          <p:nvPr>
            <p:ph idx="1" type="body"/>
          </p:nvPr>
        </p:nvSpPr>
        <p:spPr>
          <a:xfrm rot="5400000">
            <a:off x="4361656" y="-1507331"/>
            <a:ext cx="6040438" cy="12344400"/>
          </a:xfrm>
          <a:prstGeom prst="rect">
            <a:avLst/>
          </a:prstGeom>
          <a:noFill/>
          <a:ln>
            <a:noFill/>
          </a:ln>
        </p:spPr>
        <p:txBody>
          <a:bodyPr anchorCtr="0" anchor="t" bIns="65300" lIns="130600" spcFirstLastPara="1" rIns="130600" wrap="square" tIns="65300">
            <a:noAutofit/>
          </a:bodyPr>
          <a:lstStyle>
            <a:lvl1pPr indent="-331470" lvl="0" marL="457200" algn="l">
              <a:spcBef>
                <a:spcPts val="630"/>
              </a:spcBef>
              <a:spcAft>
                <a:spcPts val="0"/>
              </a:spcAft>
              <a:buSzPts val="1620"/>
              <a:buChar char="●"/>
              <a:defRPr/>
            </a:lvl1pPr>
            <a:lvl2pPr indent="-320040" lvl="1" marL="914400" algn="l">
              <a:spcBef>
                <a:spcPts val="630"/>
              </a:spcBef>
              <a:spcAft>
                <a:spcPts val="0"/>
              </a:spcAft>
              <a:buSzPts val="144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1" name="Shape 61"/>
        <p:cNvGrpSpPr/>
        <p:nvPr/>
      </p:nvGrpSpPr>
      <p:grpSpPr>
        <a:xfrm>
          <a:off x="0" y="0"/>
          <a:ext cx="0" cy="0"/>
          <a:chOff x="0" y="0"/>
          <a:chExt cx="0" cy="0"/>
        </a:xfrm>
      </p:grpSpPr>
      <p:sp>
        <p:nvSpPr>
          <p:cNvPr id="62" name="Google Shape;62;p34"/>
          <p:cNvSpPr txBox="1"/>
          <p:nvPr>
            <p:ph type="title"/>
          </p:nvPr>
        </p:nvSpPr>
        <p:spPr>
          <a:xfrm rot="5400000">
            <a:off x="8287941" y="2419483"/>
            <a:ext cx="7315200" cy="3217068"/>
          </a:xfrm>
          <a:prstGeom prst="rect">
            <a:avLst/>
          </a:prstGeom>
          <a:noFill/>
          <a:ln>
            <a:noFill/>
          </a:ln>
        </p:spPr>
        <p:txBody>
          <a:bodyPr anchorCtr="0" anchor="b" bIns="65300" lIns="130600" spcFirstLastPara="1" rIns="130600" wrap="square" tIns="653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34"/>
          <p:cNvSpPr txBox="1"/>
          <p:nvPr>
            <p:ph idx="1" type="body"/>
          </p:nvPr>
        </p:nvSpPr>
        <p:spPr>
          <a:xfrm rot="5400000">
            <a:off x="1739504" y="-683287"/>
            <a:ext cx="7315200" cy="9422607"/>
          </a:xfrm>
          <a:prstGeom prst="rect">
            <a:avLst/>
          </a:prstGeom>
          <a:noFill/>
          <a:ln>
            <a:noFill/>
          </a:ln>
        </p:spPr>
        <p:txBody>
          <a:bodyPr anchorCtr="0" anchor="t" bIns="65300" lIns="130600" spcFirstLastPara="1" rIns="130600" wrap="square" tIns="65300">
            <a:noAutofit/>
          </a:bodyPr>
          <a:lstStyle>
            <a:lvl1pPr indent="-331470" lvl="0" marL="457200" algn="l">
              <a:spcBef>
                <a:spcPts val="630"/>
              </a:spcBef>
              <a:spcAft>
                <a:spcPts val="0"/>
              </a:spcAft>
              <a:buSzPts val="1620"/>
              <a:buChar char="●"/>
              <a:defRPr/>
            </a:lvl1pPr>
            <a:lvl2pPr indent="-320040" lvl="1" marL="914400" algn="l">
              <a:spcBef>
                <a:spcPts val="630"/>
              </a:spcBef>
              <a:spcAft>
                <a:spcPts val="0"/>
              </a:spcAft>
              <a:buSzPts val="144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1.jpg"/><Relationship Id="rId2" Type="http://schemas.openxmlformats.org/officeDocument/2006/relationships/image" Target="../media/image6.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dino_3" id="10" name="Google Shape;10;p23"/>
          <p:cNvPicPr preferRelativeResize="0"/>
          <p:nvPr/>
        </p:nvPicPr>
        <p:blipFill rotWithShape="1">
          <a:blip r:embed="rId1">
            <a:alphaModFix/>
          </a:blip>
          <a:srcRect b="0" l="0" r="0" t="0"/>
          <a:stretch/>
        </p:blipFill>
        <p:spPr>
          <a:xfrm>
            <a:off x="428625" y="0"/>
            <a:ext cx="1793875" cy="1211263"/>
          </a:xfrm>
          <a:prstGeom prst="rect">
            <a:avLst/>
          </a:prstGeom>
          <a:noFill/>
          <a:ln>
            <a:noFill/>
          </a:ln>
        </p:spPr>
      </p:pic>
      <p:sp>
        <p:nvSpPr>
          <p:cNvPr id="11" name="Google Shape;11;p23"/>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lvl1pPr lvl="0" marR="0" rtl="0" algn="ctr">
              <a:spcBef>
                <a:spcPts val="0"/>
              </a:spcBef>
              <a:spcAft>
                <a:spcPts val="0"/>
              </a:spcAft>
              <a:buSzPts val="1400"/>
              <a:buNone/>
              <a:defRPr b="1" i="0" sz="4600" u="none" cap="none" strike="noStrike">
                <a:solidFill>
                  <a:srgbClr val="006699"/>
                </a:solidFill>
                <a:latin typeface="Arial"/>
                <a:ea typeface="Arial"/>
                <a:cs typeface="Arial"/>
                <a:sym typeface="Arial"/>
              </a:defRPr>
            </a:lvl1pPr>
            <a:lvl2pPr lvl="1" marR="0" rtl="0" algn="ctr">
              <a:spcBef>
                <a:spcPts val="0"/>
              </a:spcBef>
              <a:spcAft>
                <a:spcPts val="0"/>
              </a:spcAft>
              <a:buSzPts val="1400"/>
              <a:buNone/>
              <a:defRPr b="1" i="0" sz="4600" u="none" cap="none" strike="noStrike">
                <a:solidFill>
                  <a:srgbClr val="006699"/>
                </a:solidFill>
                <a:latin typeface="Arial"/>
                <a:ea typeface="Arial"/>
                <a:cs typeface="Arial"/>
                <a:sym typeface="Arial"/>
              </a:defRPr>
            </a:lvl2pPr>
            <a:lvl3pPr lvl="2" marR="0" rtl="0" algn="ctr">
              <a:spcBef>
                <a:spcPts val="0"/>
              </a:spcBef>
              <a:spcAft>
                <a:spcPts val="0"/>
              </a:spcAft>
              <a:buSzPts val="1400"/>
              <a:buNone/>
              <a:defRPr b="1" i="0" sz="4600" u="none" cap="none" strike="noStrike">
                <a:solidFill>
                  <a:srgbClr val="006699"/>
                </a:solidFill>
                <a:latin typeface="Arial"/>
                <a:ea typeface="Arial"/>
                <a:cs typeface="Arial"/>
                <a:sym typeface="Arial"/>
              </a:defRPr>
            </a:lvl3pPr>
            <a:lvl4pPr lvl="3" marR="0" rtl="0" algn="ctr">
              <a:spcBef>
                <a:spcPts val="0"/>
              </a:spcBef>
              <a:spcAft>
                <a:spcPts val="0"/>
              </a:spcAft>
              <a:buSzPts val="1400"/>
              <a:buNone/>
              <a:defRPr b="1" i="0" sz="4600" u="none" cap="none" strike="noStrike">
                <a:solidFill>
                  <a:srgbClr val="006699"/>
                </a:solidFill>
                <a:latin typeface="Arial"/>
                <a:ea typeface="Arial"/>
                <a:cs typeface="Arial"/>
                <a:sym typeface="Arial"/>
              </a:defRPr>
            </a:lvl4pPr>
            <a:lvl5pPr lvl="4" marR="0" rtl="0" algn="ctr">
              <a:spcBef>
                <a:spcPts val="0"/>
              </a:spcBef>
              <a:spcAft>
                <a:spcPts val="0"/>
              </a:spcAft>
              <a:buSzPts val="1400"/>
              <a:buNone/>
              <a:defRPr b="1" i="0" sz="4600" u="none" cap="none" strike="noStrike">
                <a:solidFill>
                  <a:srgbClr val="006699"/>
                </a:solidFill>
                <a:latin typeface="Arial"/>
                <a:ea typeface="Arial"/>
                <a:cs typeface="Arial"/>
                <a:sym typeface="Arial"/>
              </a:defRPr>
            </a:lvl5pPr>
            <a:lvl6pPr lvl="5" marR="0" rtl="0" algn="ctr">
              <a:spcBef>
                <a:spcPts val="0"/>
              </a:spcBef>
              <a:spcAft>
                <a:spcPts val="0"/>
              </a:spcAft>
              <a:buSzPts val="1400"/>
              <a:buNone/>
              <a:defRPr b="1" i="0" sz="4600" u="none" cap="none" strike="noStrike">
                <a:solidFill>
                  <a:srgbClr val="006699"/>
                </a:solidFill>
                <a:latin typeface="Arial"/>
                <a:ea typeface="Arial"/>
                <a:cs typeface="Arial"/>
                <a:sym typeface="Arial"/>
              </a:defRPr>
            </a:lvl6pPr>
            <a:lvl7pPr lvl="6" marR="0" rtl="0" algn="ctr">
              <a:spcBef>
                <a:spcPts val="0"/>
              </a:spcBef>
              <a:spcAft>
                <a:spcPts val="0"/>
              </a:spcAft>
              <a:buSzPts val="1400"/>
              <a:buNone/>
              <a:defRPr b="1" i="0" sz="4600" u="none" cap="none" strike="noStrike">
                <a:solidFill>
                  <a:srgbClr val="006699"/>
                </a:solidFill>
                <a:latin typeface="Arial"/>
                <a:ea typeface="Arial"/>
                <a:cs typeface="Arial"/>
                <a:sym typeface="Arial"/>
              </a:defRPr>
            </a:lvl7pPr>
            <a:lvl8pPr lvl="7" marR="0" rtl="0" algn="ctr">
              <a:spcBef>
                <a:spcPts val="0"/>
              </a:spcBef>
              <a:spcAft>
                <a:spcPts val="0"/>
              </a:spcAft>
              <a:buSzPts val="1400"/>
              <a:buNone/>
              <a:defRPr b="1" i="0" sz="4600" u="none" cap="none" strike="noStrike">
                <a:solidFill>
                  <a:srgbClr val="006699"/>
                </a:solidFill>
                <a:latin typeface="Arial"/>
                <a:ea typeface="Arial"/>
                <a:cs typeface="Arial"/>
                <a:sym typeface="Arial"/>
              </a:defRPr>
            </a:lvl8pPr>
            <a:lvl9pPr lvl="8" marR="0" rtl="0" algn="ctr">
              <a:spcBef>
                <a:spcPts val="0"/>
              </a:spcBef>
              <a:spcAft>
                <a:spcPts val="0"/>
              </a:spcAft>
              <a:buSzPts val="1400"/>
              <a:buNone/>
              <a:defRPr b="1" i="0" sz="4600" u="none" cap="none" strike="noStrike">
                <a:solidFill>
                  <a:srgbClr val="006699"/>
                </a:solidFill>
                <a:latin typeface="Arial"/>
                <a:ea typeface="Arial"/>
                <a:cs typeface="Arial"/>
                <a:sym typeface="Arial"/>
              </a:defRPr>
            </a:lvl9pPr>
          </a:lstStyle>
          <a:p/>
        </p:txBody>
      </p:sp>
      <p:sp>
        <p:nvSpPr>
          <p:cNvPr id="12" name="Google Shape;12;p23"/>
          <p:cNvSpPr txBox="1"/>
          <p:nvPr>
            <p:ph idx="1" type="body"/>
          </p:nvPr>
        </p:nvSpPr>
        <p:spPr>
          <a:xfrm>
            <a:off x="1209675" y="1644650"/>
            <a:ext cx="12344400" cy="6040438"/>
          </a:xfrm>
          <a:prstGeom prst="rect">
            <a:avLst/>
          </a:prstGeom>
          <a:noFill/>
          <a:ln>
            <a:noFill/>
          </a:ln>
        </p:spPr>
        <p:txBody>
          <a:bodyPr anchorCtr="0" anchor="t" bIns="65300" lIns="130600" spcFirstLastPara="1" rIns="130600" wrap="square" tIns="65300">
            <a:noAutofit/>
          </a:bodyPr>
          <a:lstStyle>
            <a:lvl1pPr indent="-411480" lvl="0" marL="457200" marR="0" rtl="0" algn="l">
              <a:spcBef>
                <a:spcPts val="1120"/>
              </a:spcBef>
              <a:spcAft>
                <a:spcPts val="0"/>
              </a:spcAft>
              <a:buClr>
                <a:srgbClr val="993300"/>
              </a:buClr>
              <a:buSzPts val="2880"/>
              <a:buFont typeface="Arial"/>
              <a:buChar char="●"/>
              <a:defRPr b="0" i="0" sz="3200" u="none" cap="none" strike="noStrike">
                <a:solidFill>
                  <a:schemeClr val="dk1"/>
                </a:solidFill>
                <a:latin typeface="Helvetica Neue"/>
                <a:ea typeface="Helvetica Neue"/>
                <a:cs typeface="Helvetica Neue"/>
                <a:sym typeface="Helvetica Neue"/>
              </a:defRPr>
            </a:lvl1pPr>
            <a:lvl2pPr indent="-370840" lvl="1" marL="914400" marR="0" rtl="0" algn="l">
              <a:spcBef>
                <a:spcPts val="980"/>
              </a:spcBef>
              <a:spcAft>
                <a:spcPts val="0"/>
              </a:spcAft>
              <a:buClr>
                <a:srgbClr val="CC6600"/>
              </a:buClr>
              <a:buSzPts val="2240"/>
              <a:buFont typeface="Arial"/>
              <a:buChar char="●"/>
              <a:defRPr b="0" i="0" sz="2800" u="none" cap="none" strike="noStrike">
                <a:solidFill>
                  <a:schemeClr val="dk1"/>
                </a:solidFill>
                <a:latin typeface="Helvetica Neue"/>
                <a:ea typeface="Helvetica Neue"/>
                <a:cs typeface="Helvetica Neue"/>
                <a:sym typeface="Helvetica Neue"/>
              </a:defRPr>
            </a:lvl2pPr>
            <a:lvl3pPr indent="-342900" lvl="2" marL="1371600" marR="0" rtl="0" algn="l">
              <a:spcBef>
                <a:spcPts val="840"/>
              </a:spcBef>
              <a:spcAft>
                <a:spcPts val="0"/>
              </a:spcAft>
              <a:buClr>
                <a:srgbClr val="009900"/>
              </a:buClr>
              <a:buSzPts val="1800"/>
              <a:buFont typeface="Arimo"/>
              <a:buChar char="4"/>
              <a:defRPr b="0" i="0" sz="2400" u="none" cap="none" strike="noStrike">
                <a:solidFill>
                  <a:schemeClr val="dk1"/>
                </a:solidFill>
                <a:latin typeface="Helvetica Neue"/>
                <a:ea typeface="Helvetica Neue"/>
                <a:cs typeface="Helvetica Neue"/>
                <a:sym typeface="Helvetica Neue"/>
              </a:defRPr>
            </a:lvl3pPr>
            <a:lvl4pPr indent="-323850" lvl="3" marL="1828800" marR="0" rtl="0" algn="l">
              <a:spcBef>
                <a:spcPts val="700"/>
              </a:spcBef>
              <a:spcAft>
                <a:spcPts val="0"/>
              </a:spcAft>
              <a:buClr>
                <a:schemeClr val="hlink"/>
              </a:buClr>
              <a:buSzPts val="1500"/>
              <a:buFont typeface="Helvetica Neue"/>
              <a:buChar char="–"/>
              <a:defRPr b="0" i="0" sz="2000" u="none" cap="none" strike="noStrike">
                <a:solidFill>
                  <a:schemeClr val="dk1"/>
                </a:solidFill>
                <a:latin typeface="Helvetica Neue"/>
                <a:ea typeface="Helvetica Neue"/>
                <a:cs typeface="Helvetica Neue"/>
                <a:sym typeface="Helvetica Neue"/>
              </a:defRPr>
            </a:lvl4pPr>
            <a:lvl5pPr indent="-323850" lvl="4" marL="2286000" marR="0" rtl="0" algn="l">
              <a:spcBef>
                <a:spcPts val="700"/>
              </a:spcBef>
              <a:spcAft>
                <a:spcPts val="0"/>
              </a:spcAft>
              <a:buClr>
                <a:srgbClr val="FF0066"/>
              </a:buClr>
              <a:buSzPts val="1500"/>
              <a:buFont typeface="Helvetica Neue"/>
              <a:buChar char="»"/>
              <a:defRPr b="0" i="0" sz="20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3" name="Google Shape;13;p23"/>
          <p:cNvSpPr/>
          <p:nvPr/>
        </p:nvSpPr>
        <p:spPr>
          <a:xfrm>
            <a:off x="0" y="0"/>
            <a:ext cx="342900" cy="3048000"/>
          </a:xfrm>
          <a:prstGeom prst="rect">
            <a:avLst/>
          </a:prstGeom>
          <a:solidFill>
            <a:srgbClr val="336699"/>
          </a:solidFill>
          <a:ln>
            <a:noFill/>
          </a:ln>
        </p:spPr>
        <p:txBody>
          <a:bodyPr anchorCtr="0" anchor="ctr" bIns="65300" lIns="130600" spcFirstLastPara="1" rIns="130600" wrap="square" tIns="65300">
            <a:noAutofit/>
          </a:bodyPr>
          <a:lstStyle/>
          <a:p>
            <a:pPr indent="0" lvl="0" marL="0" marR="0" rtl="0" algn="ctr">
              <a:spcBef>
                <a:spcPts val="0"/>
              </a:spcBef>
              <a:spcAft>
                <a:spcPts val="0"/>
              </a:spcAft>
              <a:buNone/>
            </a:pPr>
            <a:r>
              <a:t/>
            </a:r>
            <a:endParaRPr b="0" i="0" sz="3400" u="none" cap="none" strike="noStrike">
              <a:solidFill>
                <a:schemeClr val="dk1"/>
              </a:solidFill>
              <a:latin typeface="Times New Roman"/>
              <a:ea typeface="Times New Roman"/>
              <a:cs typeface="Times New Roman"/>
              <a:sym typeface="Times New Roman"/>
            </a:endParaRPr>
          </a:p>
        </p:txBody>
      </p:sp>
      <p:cxnSp>
        <p:nvCxnSpPr>
          <p:cNvPr id="14" name="Google Shape;14;p23"/>
          <p:cNvCxnSpPr/>
          <p:nvPr/>
        </p:nvCxnSpPr>
        <p:spPr>
          <a:xfrm>
            <a:off x="685800" y="1147763"/>
            <a:ext cx="12115800" cy="0"/>
          </a:xfrm>
          <a:prstGeom prst="straightConnector1">
            <a:avLst/>
          </a:prstGeom>
          <a:noFill/>
          <a:ln cap="flat" cmpd="sng" w="19050">
            <a:solidFill>
              <a:srgbClr val="336699"/>
            </a:solidFill>
            <a:prstDash val="solid"/>
            <a:round/>
            <a:headEnd len="med" w="med" type="none"/>
            <a:tailEnd len="med" w="med" type="none"/>
          </a:ln>
        </p:spPr>
      </p:cxnSp>
      <p:sp>
        <p:nvSpPr>
          <p:cNvPr id="15" name="Google Shape;15;p23"/>
          <p:cNvSpPr/>
          <p:nvPr/>
        </p:nvSpPr>
        <p:spPr>
          <a:xfrm>
            <a:off x="0" y="3048000"/>
            <a:ext cx="342900" cy="3048000"/>
          </a:xfrm>
          <a:prstGeom prst="rect">
            <a:avLst/>
          </a:prstGeom>
          <a:solidFill>
            <a:srgbClr val="99CCFF"/>
          </a:solidFill>
          <a:ln>
            <a:noFill/>
          </a:ln>
        </p:spPr>
        <p:txBody>
          <a:bodyPr anchorCtr="0" anchor="ctr" bIns="65300" lIns="130600" spcFirstLastPara="1" rIns="130600" wrap="square" tIns="65300">
            <a:noAutofit/>
          </a:bodyPr>
          <a:lstStyle/>
          <a:p>
            <a:pPr indent="0" lvl="0" marL="0" marR="0" rtl="0" algn="ctr">
              <a:spcBef>
                <a:spcPts val="0"/>
              </a:spcBef>
              <a:spcAft>
                <a:spcPts val="0"/>
              </a:spcAft>
              <a:buNone/>
            </a:pPr>
            <a:r>
              <a:t/>
            </a:r>
            <a:endParaRPr b="0" i="0" sz="3400" u="none" cap="none" strike="noStrike">
              <a:solidFill>
                <a:schemeClr val="dk1"/>
              </a:solidFill>
              <a:latin typeface="Times New Roman"/>
              <a:ea typeface="Times New Roman"/>
              <a:cs typeface="Times New Roman"/>
              <a:sym typeface="Times New Roman"/>
            </a:endParaRPr>
          </a:p>
        </p:txBody>
      </p:sp>
      <p:sp>
        <p:nvSpPr>
          <p:cNvPr id="16" name="Google Shape;16;p23"/>
          <p:cNvSpPr/>
          <p:nvPr/>
        </p:nvSpPr>
        <p:spPr>
          <a:xfrm>
            <a:off x="0" y="6096000"/>
            <a:ext cx="342900" cy="3048000"/>
          </a:xfrm>
          <a:prstGeom prst="rect">
            <a:avLst/>
          </a:prstGeom>
          <a:solidFill>
            <a:srgbClr val="336699"/>
          </a:solidFill>
          <a:ln>
            <a:noFill/>
          </a:ln>
        </p:spPr>
        <p:txBody>
          <a:bodyPr anchorCtr="0" anchor="ctr" bIns="65300" lIns="130600" spcFirstLastPara="1" rIns="130600" wrap="square" tIns="65300">
            <a:noAutofit/>
          </a:bodyPr>
          <a:lstStyle/>
          <a:p>
            <a:pPr indent="0" lvl="0" marL="0" marR="0" rtl="0" algn="ctr">
              <a:spcBef>
                <a:spcPts val="0"/>
              </a:spcBef>
              <a:spcAft>
                <a:spcPts val="0"/>
              </a:spcAft>
              <a:buNone/>
            </a:pPr>
            <a:r>
              <a:t/>
            </a:r>
            <a:endParaRPr b="0" i="0" sz="3400" u="none" cap="none" strike="noStrike">
              <a:solidFill>
                <a:schemeClr val="dk1"/>
              </a:solidFill>
              <a:latin typeface="Times New Roman"/>
              <a:ea typeface="Times New Roman"/>
              <a:cs typeface="Times New Roman"/>
              <a:sym typeface="Times New Roman"/>
            </a:endParaRPr>
          </a:p>
        </p:txBody>
      </p:sp>
      <p:sp>
        <p:nvSpPr>
          <p:cNvPr id="17" name="Google Shape;17;p23"/>
          <p:cNvSpPr txBox="1"/>
          <p:nvPr/>
        </p:nvSpPr>
        <p:spPr>
          <a:xfrm>
            <a:off x="6354763" y="8818563"/>
            <a:ext cx="730250" cy="347662"/>
          </a:xfrm>
          <a:prstGeom prst="rect">
            <a:avLst/>
          </a:prstGeom>
          <a:noFill/>
          <a:ln>
            <a:noFill/>
          </a:ln>
        </p:spPr>
        <p:txBody>
          <a:bodyPr anchorCtr="0" anchor="t" bIns="65300" lIns="130600" spcFirstLastPara="1" rIns="130600" wrap="square" tIns="65300">
            <a:spAutoFit/>
          </a:bodyPr>
          <a:lstStyle/>
          <a:p>
            <a:pPr indent="0" lvl="0" marL="0" marR="0" rtl="0" algn="ctr">
              <a:spcBef>
                <a:spcPts val="0"/>
              </a:spcBef>
              <a:spcAft>
                <a:spcPts val="0"/>
              </a:spcAft>
              <a:buNone/>
            </a:pPr>
            <a:r>
              <a:rPr b="1" i="0" lang="en-US" sz="1400" u="none" cap="none" strike="noStrike">
                <a:solidFill>
                  <a:srgbClr val="006699"/>
                </a:solidFill>
                <a:latin typeface="Helvetica Neue"/>
                <a:ea typeface="Helvetica Neue"/>
                <a:cs typeface="Helvetica Neue"/>
                <a:sym typeface="Helvetica Neue"/>
              </a:rPr>
              <a:t>10.</a:t>
            </a:r>
            <a:fld id="{00000000-1234-1234-1234-123412341234}" type="slidenum">
              <a:rPr b="1" i="0" lang="en-US" sz="1400" u="none" cap="none" strike="noStrike">
                <a:solidFill>
                  <a:srgbClr val="006699"/>
                </a:solidFill>
                <a:latin typeface="Helvetica Neue"/>
                <a:ea typeface="Helvetica Neue"/>
                <a:cs typeface="Helvetica Neue"/>
                <a:sym typeface="Helvetica Neue"/>
              </a:rPr>
              <a:t>‹#›</a:t>
            </a:fld>
            <a:endParaRPr b="1" i="0" sz="1400" u="none" cap="none" strike="noStrike">
              <a:solidFill>
                <a:srgbClr val="006699"/>
              </a:solidFill>
              <a:latin typeface="Helvetica Neue"/>
              <a:ea typeface="Helvetica Neue"/>
              <a:cs typeface="Helvetica Neue"/>
              <a:sym typeface="Helvetica Neue"/>
            </a:endParaRPr>
          </a:p>
        </p:txBody>
      </p:sp>
      <p:sp>
        <p:nvSpPr>
          <p:cNvPr id="18" name="Google Shape;18;p23"/>
          <p:cNvSpPr txBox="1"/>
          <p:nvPr/>
        </p:nvSpPr>
        <p:spPr>
          <a:xfrm>
            <a:off x="9734550" y="8783638"/>
            <a:ext cx="4070350" cy="347662"/>
          </a:xfrm>
          <a:prstGeom prst="rect">
            <a:avLst/>
          </a:prstGeom>
          <a:noFill/>
          <a:ln>
            <a:noFill/>
          </a:ln>
        </p:spPr>
        <p:txBody>
          <a:bodyPr anchorCtr="0" anchor="t" bIns="65300" lIns="130600" spcFirstLastPara="1" rIns="130600" wrap="square" tIns="65300">
            <a:spAutoFit/>
          </a:bodyPr>
          <a:lstStyle/>
          <a:p>
            <a:pPr indent="0" lvl="0" marL="0" marR="0" rtl="0" algn="ctr">
              <a:spcBef>
                <a:spcPts val="0"/>
              </a:spcBef>
              <a:spcAft>
                <a:spcPts val="0"/>
              </a:spcAft>
              <a:buNone/>
            </a:pPr>
            <a:r>
              <a:rPr b="1" i="0" lang="en-US" sz="1400" u="none" cap="none" strike="noStrike">
                <a:solidFill>
                  <a:srgbClr val="006699"/>
                </a:solidFill>
                <a:latin typeface="Helvetica Neue"/>
                <a:ea typeface="Helvetica Neue"/>
                <a:cs typeface="Helvetica Neue"/>
                <a:sym typeface="Helvetica Neue"/>
              </a:rPr>
              <a:t>Silberschatz, Galvin and Gagne ©2013</a:t>
            </a:r>
            <a:endParaRPr/>
          </a:p>
        </p:txBody>
      </p:sp>
      <p:sp>
        <p:nvSpPr>
          <p:cNvPr id="19" name="Google Shape;19;p23"/>
          <p:cNvSpPr txBox="1"/>
          <p:nvPr/>
        </p:nvSpPr>
        <p:spPr>
          <a:xfrm>
            <a:off x="279400" y="8828088"/>
            <a:ext cx="3778250" cy="347662"/>
          </a:xfrm>
          <a:prstGeom prst="rect">
            <a:avLst/>
          </a:prstGeom>
          <a:noFill/>
          <a:ln>
            <a:noFill/>
          </a:ln>
        </p:spPr>
        <p:txBody>
          <a:bodyPr anchorCtr="0" anchor="t" bIns="65300" lIns="130600" spcFirstLastPara="1" rIns="130600" wrap="square" tIns="65300">
            <a:spAutoFit/>
          </a:bodyPr>
          <a:lstStyle/>
          <a:p>
            <a:pPr indent="0" lvl="0" marL="0" marR="0" rtl="0" algn="l">
              <a:spcBef>
                <a:spcPts val="0"/>
              </a:spcBef>
              <a:spcAft>
                <a:spcPts val="0"/>
              </a:spcAft>
              <a:buNone/>
            </a:pPr>
            <a:r>
              <a:rPr b="1" i="0" lang="en-US" sz="1400" u="none" cap="none" strike="noStrike">
                <a:solidFill>
                  <a:srgbClr val="006699"/>
                </a:solidFill>
                <a:latin typeface="Helvetica Neue"/>
                <a:ea typeface="Helvetica Neue"/>
                <a:cs typeface="Helvetica Neue"/>
                <a:sym typeface="Helvetica Neue"/>
              </a:rPr>
              <a:t>Operating System Concepts  – 9</a:t>
            </a:r>
            <a:r>
              <a:rPr b="1" baseline="30000" i="0" lang="en-US" sz="1400" u="none" cap="none" strike="noStrike">
                <a:solidFill>
                  <a:srgbClr val="006699"/>
                </a:solidFill>
                <a:latin typeface="Helvetica Neue"/>
                <a:ea typeface="Helvetica Neue"/>
                <a:cs typeface="Helvetica Neue"/>
                <a:sym typeface="Helvetica Neue"/>
              </a:rPr>
              <a:t>th</a:t>
            </a:r>
            <a:r>
              <a:rPr b="1" i="0" lang="en-US" sz="1400" u="none" cap="none" strike="noStrike">
                <a:solidFill>
                  <a:srgbClr val="006699"/>
                </a:solidFill>
                <a:latin typeface="Helvetica Neue"/>
                <a:ea typeface="Helvetica Neue"/>
                <a:cs typeface="Helvetica Neue"/>
                <a:sym typeface="Helvetica Neue"/>
              </a:rPr>
              <a:t> Edition</a:t>
            </a:r>
            <a:endParaRPr/>
          </a:p>
        </p:txBody>
      </p:sp>
      <p:pic>
        <p:nvPicPr>
          <p:cNvPr descr="dino_6" id="20" name="Google Shape;20;p23"/>
          <p:cNvPicPr preferRelativeResize="0"/>
          <p:nvPr/>
        </p:nvPicPr>
        <p:blipFill rotWithShape="1">
          <a:blip r:embed="rId2">
            <a:alphaModFix/>
          </a:blip>
          <a:srcRect b="0" l="0" r="0" t="0"/>
          <a:stretch/>
        </p:blipFill>
        <p:spPr>
          <a:xfrm>
            <a:off x="11661775" y="7799388"/>
            <a:ext cx="1925638" cy="10572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youtu.be/wtdnatmVdIg?si=avg08H5YOnS5U2H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
          <p:cNvSpPr txBox="1"/>
          <p:nvPr>
            <p:ph type="ctrTitle"/>
          </p:nvPr>
        </p:nvSpPr>
        <p:spPr>
          <a:xfrm>
            <a:off x="1028700" y="914400"/>
            <a:ext cx="11658600" cy="2836863"/>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Chapter 10:  Mass-Storage Systems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g31a9cbbb7be_0_5"/>
          <p:cNvSpPr txBox="1"/>
          <p:nvPr>
            <p:ph type="title"/>
          </p:nvPr>
        </p:nvSpPr>
        <p:spPr>
          <a:xfrm>
            <a:off x="685800" y="369888"/>
            <a:ext cx="12344400" cy="768300"/>
          </a:xfrm>
          <a:prstGeom prst="rect">
            <a:avLst/>
          </a:prstGeom>
        </p:spPr>
        <p:txBody>
          <a:bodyPr anchorCtr="0" anchor="b" bIns="65300" lIns="130600" spcFirstLastPara="1" rIns="130600" wrap="square" tIns="65300">
            <a:noAutofit/>
          </a:bodyPr>
          <a:lstStyle/>
          <a:p>
            <a:pPr indent="0" lvl="0" marL="0" rtl="0" algn="ctr">
              <a:spcBef>
                <a:spcPts val="0"/>
              </a:spcBef>
              <a:spcAft>
                <a:spcPts val="0"/>
              </a:spcAft>
              <a:buNone/>
            </a:pPr>
            <a:r>
              <a:t/>
            </a:r>
            <a:endParaRPr/>
          </a:p>
        </p:txBody>
      </p:sp>
      <p:sp>
        <p:nvSpPr>
          <p:cNvPr id="76" name="Google Shape;76;g31a9cbbb7be_0_5"/>
          <p:cNvSpPr txBox="1"/>
          <p:nvPr>
            <p:ph idx="1" type="body"/>
          </p:nvPr>
        </p:nvSpPr>
        <p:spPr>
          <a:xfrm>
            <a:off x="1209675" y="1644650"/>
            <a:ext cx="11820600" cy="6040500"/>
          </a:xfrm>
          <a:prstGeom prst="rect">
            <a:avLst/>
          </a:prstGeom>
        </p:spPr>
        <p:txBody>
          <a:bodyPr anchorCtr="0" anchor="t" bIns="65300" lIns="130600" spcFirstLastPara="1" rIns="130600" wrap="square" tIns="65300">
            <a:noAutofit/>
          </a:bodyPr>
          <a:lstStyle/>
          <a:p>
            <a:pPr indent="0" lvl="0" marL="0" rtl="0" algn="l">
              <a:spcBef>
                <a:spcPts val="630"/>
              </a:spcBef>
              <a:spcAft>
                <a:spcPts val="0"/>
              </a:spcAft>
              <a:buNone/>
            </a:pPr>
            <a:r>
              <a:t/>
            </a:r>
            <a:endParaRPr/>
          </a:p>
        </p:txBody>
      </p:sp>
      <p:pic>
        <p:nvPicPr>
          <p:cNvPr id="77" name="Google Shape;77;g31a9cbbb7be_0_5"/>
          <p:cNvPicPr preferRelativeResize="0"/>
          <p:nvPr/>
        </p:nvPicPr>
        <p:blipFill>
          <a:blip r:embed="rId3">
            <a:alphaModFix/>
          </a:blip>
          <a:stretch>
            <a:fillRect/>
          </a:stretch>
        </p:blipFill>
        <p:spPr>
          <a:xfrm>
            <a:off x="1209675" y="1585925"/>
            <a:ext cx="11458651" cy="6709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2"/>
          <p:cNvSpPr txBox="1"/>
          <p:nvPr>
            <p:ph type="title"/>
          </p:nvPr>
        </p:nvSpPr>
        <p:spPr>
          <a:xfrm>
            <a:off x="1504950" y="369888"/>
            <a:ext cx="11525250"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Overview of Mass Storage Structure</a:t>
            </a:r>
            <a:endParaRPr/>
          </a:p>
        </p:txBody>
      </p:sp>
      <p:sp>
        <p:nvSpPr>
          <p:cNvPr id="84" name="Google Shape;84;p2"/>
          <p:cNvSpPr txBox="1"/>
          <p:nvPr>
            <p:ph idx="1" type="body"/>
          </p:nvPr>
        </p:nvSpPr>
        <p:spPr>
          <a:xfrm>
            <a:off x="990600" y="1644650"/>
            <a:ext cx="11995150" cy="7027863"/>
          </a:xfrm>
          <a:prstGeom prst="rect">
            <a:avLst/>
          </a:prstGeom>
          <a:noFill/>
          <a:ln>
            <a:noFill/>
          </a:ln>
        </p:spPr>
        <p:txBody>
          <a:bodyPr anchorCtr="0" anchor="t" bIns="65300" lIns="130600" spcFirstLastPara="1" rIns="130600" wrap="square" tIns="65300">
            <a:noAutofit/>
          </a:bodyPr>
          <a:lstStyle/>
          <a:p>
            <a:pPr indent="-488950" lvl="0" marL="488950" rtl="0" algn="l">
              <a:spcBef>
                <a:spcPts val="0"/>
              </a:spcBef>
              <a:spcAft>
                <a:spcPts val="0"/>
              </a:spcAft>
              <a:buSzPts val="1620"/>
              <a:buChar char="●"/>
            </a:pPr>
            <a:r>
              <a:rPr b="1" lang="en-US" sz="1800">
                <a:solidFill>
                  <a:srgbClr val="3366FF"/>
                </a:solidFill>
              </a:rPr>
              <a:t>Magnetic disks</a:t>
            </a:r>
            <a:r>
              <a:rPr lang="en-US" sz="1800">
                <a:solidFill>
                  <a:srgbClr val="3366FF"/>
                </a:solidFill>
              </a:rPr>
              <a:t> </a:t>
            </a:r>
            <a:r>
              <a:rPr lang="en-US" sz="1800"/>
              <a:t>provide bulk of secondary storage of modern computers</a:t>
            </a:r>
            <a:endParaRPr/>
          </a:p>
          <a:p>
            <a:pPr indent="-407988" lvl="1" marL="1060450" rtl="0" algn="l">
              <a:spcBef>
                <a:spcPts val="630"/>
              </a:spcBef>
              <a:spcAft>
                <a:spcPts val="0"/>
              </a:spcAft>
              <a:buSzPts val="1440"/>
              <a:buChar char="●"/>
            </a:pPr>
            <a:r>
              <a:rPr lang="en-US" sz="1800"/>
              <a:t>Drives rotate at 60 to 250 times per second</a:t>
            </a:r>
            <a:endParaRPr/>
          </a:p>
          <a:p>
            <a:pPr indent="-407988" lvl="1" marL="1060450" rtl="0" algn="l">
              <a:spcBef>
                <a:spcPts val="630"/>
              </a:spcBef>
              <a:spcAft>
                <a:spcPts val="0"/>
              </a:spcAft>
              <a:buSzPts val="1440"/>
              <a:buChar char="●"/>
            </a:pPr>
            <a:r>
              <a:rPr b="1" lang="en-US" sz="1800">
                <a:solidFill>
                  <a:srgbClr val="3366FF"/>
                </a:solidFill>
              </a:rPr>
              <a:t>Transfer rate</a:t>
            </a:r>
            <a:r>
              <a:rPr lang="en-US" sz="1800">
                <a:solidFill>
                  <a:srgbClr val="3366FF"/>
                </a:solidFill>
              </a:rPr>
              <a:t> </a:t>
            </a:r>
            <a:r>
              <a:rPr lang="en-US" sz="1800"/>
              <a:t>is rate at which data flow between drive and computer</a:t>
            </a:r>
            <a:endParaRPr/>
          </a:p>
          <a:p>
            <a:pPr indent="-407988" lvl="1" marL="1060450" rtl="0" algn="l">
              <a:spcBef>
                <a:spcPts val="630"/>
              </a:spcBef>
              <a:spcAft>
                <a:spcPts val="0"/>
              </a:spcAft>
              <a:buSzPts val="1440"/>
              <a:buChar char="●"/>
            </a:pPr>
            <a:r>
              <a:rPr b="1" lang="en-US" sz="1800">
                <a:solidFill>
                  <a:srgbClr val="3366FF"/>
                </a:solidFill>
              </a:rPr>
              <a:t>Positioning time</a:t>
            </a:r>
            <a:r>
              <a:rPr lang="en-US" sz="1800">
                <a:solidFill>
                  <a:srgbClr val="3366FF"/>
                </a:solidFill>
              </a:rPr>
              <a:t> </a:t>
            </a:r>
            <a:r>
              <a:rPr lang="en-US" sz="1800"/>
              <a:t>(</a:t>
            </a:r>
            <a:r>
              <a:rPr b="1" lang="en-US" sz="1800">
                <a:solidFill>
                  <a:srgbClr val="3366FF"/>
                </a:solidFill>
              </a:rPr>
              <a:t>random-access time</a:t>
            </a:r>
            <a:r>
              <a:rPr lang="en-US" sz="1800"/>
              <a:t>) is time to move disk arm to desired cylinder (</a:t>
            </a:r>
            <a:r>
              <a:rPr b="1" lang="en-US" sz="1800">
                <a:solidFill>
                  <a:srgbClr val="3366FF"/>
                </a:solidFill>
              </a:rPr>
              <a:t>seek time</a:t>
            </a:r>
            <a:r>
              <a:rPr lang="en-US" sz="1800"/>
              <a:t>) and time for desired sector to rotate under the disk head (</a:t>
            </a:r>
            <a:r>
              <a:rPr b="1" lang="en-US" sz="1800">
                <a:solidFill>
                  <a:srgbClr val="3366FF"/>
                </a:solidFill>
              </a:rPr>
              <a:t>rotational latency</a:t>
            </a:r>
            <a:r>
              <a:rPr lang="en-US" sz="1800"/>
              <a:t>)</a:t>
            </a:r>
            <a:endParaRPr/>
          </a:p>
          <a:p>
            <a:pPr indent="-407988" lvl="1" marL="1060450" rtl="0" algn="l">
              <a:spcBef>
                <a:spcPts val="630"/>
              </a:spcBef>
              <a:spcAft>
                <a:spcPts val="0"/>
              </a:spcAft>
              <a:buSzPts val="1440"/>
              <a:buChar char="●"/>
            </a:pPr>
            <a:r>
              <a:rPr b="1" lang="en-US" sz="1800">
                <a:solidFill>
                  <a:srgbClr val="3366FF"/>
                </a:solidFill>
              </a:rPr>
              <a:t>Head crash</a:t>
            </a:r>
            <a:r>
              <a:rPr lang="en-US" sz="1800">
                <a:solidFill>
                  <a:srgbClr val="3366FF"/>
                </a:solidFill>
              </a:rPr>
              <a:t> </a:t>
            </a:r>
            <a:r>
              <a:rPr lang="en-US" sz="1800"/>
              <a:t>results from disk head making contact with the disk surface</a:t>
            </a:r>
            <a:endParaRPr/>
          </a:p>
          <a:p>
            <a:pPr indent="-325438" lvl="2" marL="1550988" rtl="0" algn="l">
              <a:spcBef>
                <a:spcPts val="630"/>
              </a:spcBef>
              <a:spcAft>
                <a:spcPts val="0"/>
              </a:spcAft>
              <a:buSzPts val="1350"/>
              <a:buChar char="4"/>
            </a:pPr>
            <a:r>
              <a:rPr lang="en-US" sz="1800"/>
              <a:t>That’s bad</a:t>
            </a:r>
            <a:endParaRPr/>
          </a:p>
          <a:p>
            <a:pPr indent="-488950" lvl="0" marL="488950" rtl="0" algn="l">
              <a:spcBef>
                <a:spcPts val="630"/>
              </a:spcBef>
              <a:spcAft>
                <a:spcPts val="0"/>
              </a:spcAft>
              <a:buSzPts val="1620"/>
              <a:buChar char="●"/>
            </a:pPr>
            <a:r>
              <a:rPr lang="en-US" sz="1800"/>
              <a:t>Disks can be removable</a:t>
            </a:r>
            <a:endParaRPr/>
          </a:p>
          <a:p>
            <a:pPr indent="-488950" lvl="0" marL="488950" rtl="0" algn="l">
              <a:spcBef>
                <a:spcPts val="630"/>
              </a:spcBef>
              <a:spcAft>
                <a:spcPts val="0"/>
              </a:spcAft>
              <a:buSzPts val="1620"/>
              <a:buChar char="●"/>
            </a:pPr>
            <a:r>
              <a:rPr lang="en-US" sz="1800"/>
              <a:t>Drive attached to computer via </a:t>
            </a:r>
            <a:r>
              <a:rPr b="1" lang="en-US" sz="1800">
                <a:solidFill>
                  <a:srgbClr val="3366FF"/>
                </a:solidFill>
              </a:rPr>
              <a:t>I/O bus</a:t>
            </a:r>
            <a:endParaRPr/>
          </a:p>
          <a:p>
            <a:pPr indent="-407988" lvl="1" marL="1060450" rtl="0" algn="l">
              <a:spcBef>
                <a:spcPts val="630"/>
              </a:spcBef>
              <a:spcAft>
                <a:spcPts val="0"/>
              </a:spcAft>
              <a:buSzPts val="1440"/>
              <a:buChar char="●"/>
            </a:pPr>
            <a:r>
              <a:rPr lang="en-US" sz="1800"/>
              <a:t>Busses vary, including </a:t>
            </a:r>
            <a:r>
              <a:rPr b="1" lang="en-US" sz="1800">
                <a:solidFill>
                  <a:srgbClr val="3366FF"/>
                </a:solidFill>
              </a:rPr>
              <a:t>EIDE</a:t>
            </a:r>
            <a:r>
              <a:rPr lang="en-US" sz="1800"/>
              <a:t>,</a:t>
            </a:r>
            <a:r>
              <a:rPr b="1" lang="en-US" sz="1800">
                <a:solidFill>
                  <a:srgbClr val="3366FF"/>
                </a:solidFill>
              </a:rPr>
              <a:t> ATA</a:t>
            </a:r>
            <a:r>
              <a:rPr lang="en-US" sz="1800"/>
              <a:t>,</a:t>
            </a:r>
            <a:r>
              <a:rPr b="1" lang="en-US" sz="1800">
                <a:solidFill>
                  <a:srgbClr val="3366FF"/>
                </a:solidFill>
              </a:rPr>
              <a:t> SATA</a:t>
            </a:r>
            <a:r>
              <a:rPr lang="en-US" sz="1800"/>
              <a:t>,</a:t>
            </a:r>
            <a:r>
              <a:rPr b="1" lang="en-US" sz="1800">
                <a:solidFill>
                  <a:srgbClr val="3366FF"/>
                </a:solidFill>
              </a:rPr>
              <a:t> USB</a:t>
            </a:r>
            <a:r>
              <a:rPr lang="en-US" sz="1800"/>
              <a:t>,</a:t>
            </a:r>
            <a:r>
              <a:rPr b="1" lang="en-US" sz="1800">
                <a:solidFill>
                  <a:srgbClr val="3366FF"/>
                </a:solidFill>
              </a:rPr>
              <a:t> Fibre Channel</a:t>
            </a:r>
            <a:r>
              <a:rPr lang="en-US" sz="1800"/>
              <a:t>,</a:t>
            </a:r>
            <a:r>
              <a:rPr b="1" lang="en-US" sz="1800">
                <a:solidFill>
                  <a:srgbClr val="3366FF"/>
                </a:solidFill>
              </a:rPr>
              <a:t> SCSI, SAS, Firewire</a:t>
            </a:r>
            <a:endParaRPr/>
          </a:p>
          <a:p>
            <a:pPr indent="-407987" lvl="1" marL="1060450" rtl="0" algn="l">
              <a:spcBef>
                <a:spcPts val="630"/>
              </a:spcBef>
              <a:spcAft>
                <a:spcPts val="0"/>
              </a:spcAft>
              <a:buSzPts val="1440"/>
              <a:buChar char="●"/>
            </a:pPr>
            <a:r>
              <a:rPr b="1" lang="en-US" sz="1800">
                <a:solidFill>
                  <a:srgbClr val="3366FF"/>
                </a:solidFill>
              </a:rPr>
              <a:t>Host controller</a:t>
            </a:r>
            <a:r>
              <a:rPr lang="en-US" sz="1800">
                <a:solidFill>
                  <a:srgbClr val="3366FF"/>
                </a:solidFill>
              </a:rPr>
              <a:t> </a:t>
            </a:r>
            <a:r>
              <a:rPr lang="en-US" sz="1800"/>
              <a:t>in computer uses bus to talk to </a:t>
            </a:r>
            <a:r>
              <a:rPr b="1" lang="en-US" sz="1800">
                <a:solidFill>
                  <a:srgbClr val="3366FF"/>
                </a:solidFill>
              </a:rPr>
              <a:t>disk controller</a:t>
            </a:r>
            <a:r>
              <a:rPr lang="en-US" sz="1800">
                <a:solidFill>
                  <a:srgbClr val="3366FF"/>
                </a:solidFill>
              </a:rPr>
              <a:t> </a:t>
            </a:r>
            <a:r>
              <a:rPr lang="en-US" sz="1800"/>
              <a:t>built into drive or storage array</a:t>
            </a:r>
            <a:endParaRPr sz="1800"/>
          </a:p>
          <a:p>
            <a:pPr indent="0" lvl="0" marL="0" rtl="0" algn="l">
              <a:spcBef>
                <a:spcPts val="630"/>
              </a:spcBef>
              <a:spcAft>
                <a:spcPts val="0"/>
              </a:spcAft>
              <a:buNone/>
            </a:pPr>
            <a:r>
              <a:t/>
            </a:r>
            <a:endParaRPr sz="1800"/>
          </a:p>
          <a:p>
            <a:pPr indent="0" lvl="0" marL="0" rtl="0" algn="l">
              <a:spcBef>
                <a:spcPts val="630"/>
              </a:spcBef>
              <a:spcAft>
                <a:spcPts val="0"/>
              </a:spcAft>
              <a:buNone/>
            </a:pPr>
            <a:r>
              <a:t/>
            </a:r>
            <a:endParaRPr sz="1800"/>
          </a:p>
          <a:p>
            <a:pPr indent="0" lvl="0" marL="0" rtl="0" algn="l">
              <a:spcBef>
                <a:spcPts val="630"/>
              </a:spcBef>
              <a:spcAft>
                <a:spcPts val="0"/>
              </a:spcAft>
              <a:buNone/>
            </a:pPr>
            <a:r>
              <a:rPr lang="en-US" sz="1800" u="sng">
                <a:solidFill>
                  <a:srgbClr val="C00000"/>
                </a:solidFill>
                <a:hlinkClick r:id="rId3">
                  <a:extLst>
                    <a:ext uri="{A12FA001-AC4F-418D-AE19-62706E023703}">
                      <ahyp:hlinkClr val="tx"/>
                    </a:ext>
                  </a:extLst>
                </a:hlinkClick>
              </a:rPr>
              <a:t>https://youtu.be/wtdnatmVdIg?si=avg08H5YOnS5U2Hk</a:t>
            </a:r>
            <a:endParaRPr sz="1800">
              <a:solidFill>
                <a:srgbClr val="C00000"/>
              </a:solidFill>
            </a:endParaRPr>
          </a:p>
          <a:p>
            <a:pPr indent="0" lvl="0" marL="0" rtl="0" algn="l">
              <a:spcBef>
                <a:spcPts val="630"/>
              </a:spcBef>
              <a:spcAft>
                <a:spcPts val="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3"/>
          <p:cNvSpPr txBox="1"/>
          <p:nvPr>
            <p:ph type="title"/>
          </p:nvPr>
        </p:nvSpPr>
        <p:spPr>
          <a:xfrm>
            <a:off x="1738313" y="369888"/>
            <a:ext cx="11291887"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Moving-head Disk Mechanism</a:t>
            </a:r>
            <a:endParaRPr/>
          </a:p>
        </p:txBody>
      </p:sp>
      <p:pic>
        <p:nvPicPr>
          <p:cNvPr descr="10_01.pdf" id="91" name="Google Shape;91;p3"/>
          <p:cNvPicPr preferRelativeResize="0"/>
          <p:nvPr/>
        </p:nvPicPr>
        <p:blipFill rotWithShape="1">
          <a:blip r:embed="rId3">
            <a:alphaModFix/>
          </a:blip>
          <a:srcRect b="0" l="0" r="0" t="0"/>
          <a:stretch/>
        </p:blipFill>
        <p:spPr>
          <a:xfrm>
            <a:off x="2719388" y="1997075"/>
            <a:ext cx="8396287" cy="6076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4"/>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Magnetic Disks</a:t>
            </a:r>
            <a:endParaRPr/>
          </a:p>
        </p:txBody>
      </p:sp>
      <p:sp>
        <p:nvSpPr>
          <p:cNvPr id="97" name="Google Shape;97;p4"/>
          <p:cNvSpPr txBox="1"/>
          <p:nvPr>
            <p:ph idx="1" type="body"/>
          </p:nvPr>
        </p:nvSpPr>
        <p:spPr>
          <a:xfrm>
            <a:off x="1209675" y="1644650"/>
            <a:ext cx="7480300" cy="6040438"/>
          </a:xfrm>
          <a:prstGeom prst="rect">
            <a:avLst/>
          </a:prstGeom>
          <a:noFill/>
          <a:ln>
            <a:noFill/>
          </a:ln>
        </p:spPr>
        <p:txBody>
          <a:bodyPr anchorCtr="0" anchor="t" bIns="65300" lIns="130600" spcFirstLastPara="1" rIns="130600" wrap="square" tIns="65300">
            <a:noAutofit/>
          </a:bodyPr>
          <a:lstStyle/>
          <a:p>
            <a:pPr indent="-488950" lvl="0" marL="488950" rtl="0" algn="l">
              <a:spcBef>
                <a:spcPts val="0"/>
              </a:spcBef>
              <a:spcAft>
                <a:spcPts val="0"/>
              </a:spcAft>
              <a:buSzPts val="1620"/>
              <a:buChar char="●"/>
            </a:pPr>
            <a:r>
              <a:rPr lang="en-US" sz="1800"/>
              <a:t>Platters range from .85” to 14” (historically)</a:t>
            </a:r>
            <a:endParaRPr/>
          </a:p>
          <a:p>
            <a:pPr indent="-407988" lvl="1" marL="1060450" rtl="0" algn="l">
              <a:spcBef>
                <a:spcPts val="630"/>
              </a:spcBef>
              <a:spcAft>
                <a:spcPts val="0"/>
              </a:spcAft>
              <a:buSzPts val="1440"/>
              <a:buChar char="●"/>
            </a:pPr>
            <a:r>
              <a:rPr lang="en-US" sz="1800"/>
              <a:t>Commonly 3.5”, 2.5”, and 1.8”</a:t>
            </a:r>
            <a:endParaRPr sz="1800"/>
          </a:p>
          <a:p>
            <a:pPr indent="-488950" lvl="0" marL="488950" rtl="0" algn="l">
              <a:spcBef>
                <a:spcPts val="630"/>
              </a:spcBef>
              <a:spcAft>
                <a:spcPts val="0"/>
              </a:spcAft>
              <a:buSzPts val="1620"/>
              <a:buChar char="●"/>
            </a:pPr>
            <a:r>
              <a:rPr lang="en-US" sz="1800"/>
              <a:t>Range from 30GB to 3TB per drive</a:t>
            </a:r>
            <a:endParaRPr/>
          </a:p>
          <a:p>
            <a:pPr indent="-488950" lvl="0" marL="488950" rtl="0" algn="l">
              <a:spcBef>
                <a:spcPts val="630"/>
              </a:spcBef>
              <a:spcAft>
                <a:spcPts val="0"/>
              </a:spcAft>
              <a:buSzPts val="1620"/>
              <a:buChar char="●"/>
            </a:pPr>
            <a:r>
              <a:rPr lang="en-US" sz="1800"/>
              <a:t>Performance </a:t>
            </a:r>
            <a:endParaRPr/>
          </a:p>
          <a:p>
            <a:pPr indent="-407988" lvl="1" marL="1060450" rtl="0" algn="l">
              <a:spcBef>
                <a:spcPts val="630"/>
              </a:spcBef>
              <a:spcAft>
                <a:spcPts val="0"/>
              </a:spcAft>
              <a:buSzPts val="1440"/>
              <a:buChar char="●"/>
            </a:pPr>
            <a:r>
              <a:rPr lang="en-US" sz="1800"/>
              <a:t>Transfer Rate – theoretical – 6 Gb/sec</a:t>
            </a:r>
            <a:endParaRPr/>
          </a:p>
          <a:p>
            <a:pPr indent="-407988" lvl="1" marL="1060450" rtl="0" algn="l">
              <a:spcBef>
                <a:spcPts val="630"/>
              </a:spcBef>
              <a:spcAft>
                <a:spcPts val="0"/>
              </a:spcAft>
              <a:buSzPts val="1440"/>
              <a:buChar char="●"/>
            </a:pPr>
            <a:r>
              <a:rPr lang="en-US" sz="1800"/>
              <a:t>Effective Transfer Rate – real – 1Gb/sec</a:t>
            </a:r>
            <a:endParaRPr/>
          </a:p>
          <a:p>
            <a:pPr indent="-407988" lvl="1" marL="1060450" rtl="0" algn="l">
              <a:spcBef>
                <a:spcPts val="630"/>
              </a:spcBef>
              <a:spcAft>
                <a:spcPts val="0"/>
              </a:spcAft>
              <a:buSzPts val="1440"/>
              <a:buChar char="●"/>
            </a:pPr>
            <a:r>
              <a:rPr lang="en-US" sz="1800"/>
              <a:t>Seek time from 3ms to 12ms – 9ms common for desktop drives</a:t>
            </a:r>
            <a:endParaRPr/>
          </a:p>
          <a:p>
            <a:pPr indent="-407988" lvl="1" marL="1060450" rtl="0" algn="l">
              <a:spcBef>
                <a:spcPts val="630"/>
              </a:spcBef>
              <a:spcAft>
                <a:spcPts val="0"/>
              </a:spcAft>
              <a:buSzPts val="1440"/>
              <a:buChar char="●"/>
            </a:pPr>
            <a:r>
              <a:rPr lang="en-US" sz="1800"/>
              <a:t>Average seek time measured or calculated based on 1/3 of tracks</a:t>
            </a:r>
            <a:endParaRPr/>
          </a:p>
          <a:p>
            <a:pPr indent="-407988" lvl="1" marL="1060450" rtl="0" algn="l">
              <a:spcBef>
                <a:spcPts val="630"/>
              </a:spcBef>
              <a:spcAft>
                <a:spcPts val="0"/>
              </a:spcAft>
              <a:buSzPts val="1440"/>
              <a:buChar char="●"/>
            </a:pPr>
            <a:r>
              <a:rPr lang="en-US" sz="1800"/>
              <a:t>Latency based on spindle speed</a:t>
            </a:r>
            <a:endParaRPr/>
          </a:p>
          <a:p>
            <a:pPr indent="-325438" lvl="2" marL="1550988" rtl="0" algn="l">
              <a:spcBef>
                <a:spcPts val="630"/>
              </a:spcBef>
              <a:spcAft>
                <a:spcPts val="0"/>
              </a:spcAft>
              <a:buSzPts val="1350"/>
              <a:buChar char="4"/>
            </a:pPr>
            <a:r>
              <a:rPr lang="en-US" sz="1800"/>
              <a:t>1 / (RPM / 60) = 60 / RPM</a:t>
            </a:r>
            <a:endParaRPr/>
          </a:p>
          <a:p>
            <a:pPr indent="-407988" lvl="1" marL="1060450" rtl="0" algn="l">
              <a:spcBef>
                <a:spcPts val="630"/>
              </a:spcBef>
              <a:spcAft>
                <a:spcPts val="0"/>
              </a:spcAft>
              <a:buSzPts val="1440"/>
              <a:buChar char="●"/>
            </a:pPr>
            <a:r>
              <a:rPr lang="en-US" sz="1800"/>
              <a:t>Average latency = ½ latency</a:t>
            </a:r>
            <a:endParaRPr/>
          </a:p>
          <a:p>
            <a:pPr indent="-316547" lvl="1" marL="1060450" rtl="0" algn="l">
              <a:spcBef>
                <a:spcPts val="630"/>
              </a:spcBef>
              <a:spcAft>
                <a:spcPts val="0"/>
              </a:spcAft>
              <a:buSzPts val="1440"/>
              <a:buNone/>
            </a:pPr>
            <a:r>
              <a:t/>
            </a:r>
            <a:endParaRPr sz="1800"/>
          </a:p>
          <a:p>
            <a:pPr indent="-386080" lvl="0" marL="488950" rtl="0" algn="l">
              <a:spcBef>
                <a:spcPts val="630"/>
              </a:spcBef>
              <a:spcAft>
                <a:spcPts val="0"/>
              </a:spcAft>
              <a:buSzPts val="1620"/>
              <a:buNone/>
            </a:pPr>
            <a:r>
              <a:t/>
            </a:r>
            <a:endParaRPr sz="1800"/>
          </a:p>
        </p:txBody>
      </p:sp>
      <p:pic>
        <p:nvPicPr>
          <p:cNvPr id="98" name="Google Shape;98;p4"/>
          <p:cNvPicPr preferRelativeResize="0"/>
          <p:nvPr/>
        </p:nvPicPr>
        <p:blipFill rotWithShape="1">
          <a:blip r:embed="rId3">
            <a:alphaModFix/>
          </a:blip>
          <a:srcRect b="0" l="0" r="0" t="0"/>
          <a:stretch/>
        </p:blipFill>
        <p:spPr>
          <a:xfrm>
            <a:off x="8451850" y="4610100"/>
            <a:ext cx="4972050" cy="3149600"/>
          </a:xfrm>
          <a:prstGeom prst="rect">
            <a:avLst/>
          </a:prstGeom>
          <a:noFill/>
          <a:ln>
            <a:noFill/>
          </a:ln>
        </p:spPr>
      </p:pic>
      <p:sp>
        <p:nvSpPr>
          <p:cNvPr id="99" name="Google Shape;99;p4"/>
          <p:cNvSpPr txBox="1"/>
          <p:nvPr/>
        </p:nvSpPr>
        <p:spPr>
          <a:xfrm>
            <a:off x="9405938" y="7681913"/>
            <a:ext cx="2979737" cy="3778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Verdana"/>
                <a:ea typeface="Verdana"/>
                <a:cs typeface="Verdana"/>
                <a:sym typeface="Verdana"/>
              </a:rPr>
              <a:t>(From Wikipedia)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5"/>
          <p:cNvSpPr txBox="1"/>
          <p:nvPr>
            <p:ph type="title"/>
          </p:nvPr>
        </p:nvSpPr>
        <p:spPr>
          <a:xfrm>
            <a:off x="685800" y="350113"/>
            <a:ext cx="12344400" cy="76830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Magnetic Disk Performance</a:t>
            </a:r>
            <a:endParaRPr/>
          </a:p>
        </p:txBody>
      </p:sp>
      <p:sp>
        <p:nvSpPr>
          <p:cNvPr id="105" name="Google Shape;105;p5"/>
          <p:cNvSpPr txBox="1"/>
          <p:nvPr>
            <p:ph idx="1" type="body"/>
          </p:nvPr>
        </p:nvSpPr>
        <p:spPr>
          <a:xfrm>
            <a:off x="1209675" y="1644650"/>
            <a:ext cx="12344400" cy="6040438"/>
          </a:xfrm>
          <a:prstGeom prst="rect">
            <a:avLst/>
          </a:prstGeom>
          <a:noFill/>
          <a:ln>
            <a:noFill/>
          </a:ln>
        </p:spPr>
        <p:txBody>
          <a:bodyPr anchorCtr="0" anchor="t" bIns="65300" lIns="130600" spcFirstLastPara="1" rIns="130600" wrap="square" tIns="65300">
            <a:noAutofit/>
          </a:bodyPr>
          <a:lstStyle/>
          <a:p>
            <a:pPr indent="-488950" lvl="0" marL="488950" rtl="0" algn="l">
              <a:spcBef>
                <a:spcPts val="0"/>
              </a:spcBef>
              <a:spcAft>
                <a:spcPts val="0"/>
              </a:spcAft>
              <a:buSzPts val="1620"/>
              <a:buChar char="●"/>
            </a:pPr>
            <a:r>
              <a:rPr b="1" lang="en-US" sz="1800">
                <a:solidFill>
                  <a:srgbClr val="3366FF"/>
                </a:solidFill>
              </a:rPr>
              <a:t>Access Latency </a:t>
            </a:r>
            <a:r>
              <a:rPr lang="en-US" sz="1800"/>
              <a:t>= </a:t>
            </a:r>
            <a:r>
              <a:rPr b="1" lang="en-US" sz="1800">
                <a:solidFill>
                  <a:srgbClr val="3366FF"/>
                </a:solidFill>
              </a:rPr>
              <a:t>Average access time </a:t>
            </a:r>
            <a:r>
              <a:rPr lang="en-US" sz="1800"/>
              <a:t>= average seek time + average latency</a:t>
            </a:r>
            <a:endParaRPr/>
          </a:p>
          <a:p>
            <a:pPr indent="-407988" lvl="1" marL="1060450" rtl="0" algn="l">
              <a:spcBef>
                <a:spcPts val="630"/>
              </a:spcBef>
              <a:spcAft>
                <a:spcPts val="0"/>
              </a:spcAft>
              <a:buSzPts val="1440"/>
              <a:buChar char="●"/>
            </a:pPr>
            <a:r>
              <a:rPr lang="en-US" sz="1800"/>
              <a:t>For fastest disk 3ms + 2ms = 5ms</a:t>
            </a:r>
            <a:endParaRPr/>
          </a:p>
          <a:p>
            <a:pPr indent="-407988" lvl="1" marL="1060450" rtl="0" algn="l">
              <a:spcBef>
                <a:spcPts val="630"/>
              </a:spcBef>
              <a:spcAft>
                <a:spcPts val="0"/>
              </a:spcAft>
              <a:buSzPts val="1440"/>
              <a:buChar char="●"/>
            </a:pPr>
            <a:r>
              <a:rPr lang="en-US" sz="1800"/>
              <a:t>For slow disk 9ms + 5.56ms = 14.56ms</a:t>
            </a:r>
            <a:endParaRPr/>
          </a:p>
          <a:p>
            <a:pPr indent="-316547" lvl="1" marL="1060450" rtl="0" algn="l">
              <a:spcBef>
                <a:spcPts val="630"/>
              </a:spcBef>
              <a:spcAft>
                <a:spcPts val="0"/>
              </a:spcAft>
              <a:buSzPts val="1440"/>
              <a:buNone/>
            </a:pPr>
            <a:r>
              <a:t/>
            </a:r>
            <a:endParaRPr sz="1800"/>
          </a:p>
          <a:p>
            <a:pPr indent="-488950" lvl="0" marL="488950" rtl="0" algn="l">
              <a:spcBef>
                <a:spcPts val="630"/>
              </a:spcBef>
              <a:spcAft>
                <a:spcPts val="0"/>
              </a:spcAft>
              <a:buSzPts val="1620"/>
              <a:buChar char="●"/>
            </a:pPr>
            <a:r>
              <a:rPr lang="en-US" sz="1800"/>
              <a:t>Average I/O time = average access time + (amount to transfer / transfer rate) + controller overhead</a:t>
            </a:r>
            <a:endParaRPr/>
          </a:p>
          <a:p>
            <a:pPr indent="-386080" lvl="0" marL="488950" rtl="0" algn="l">
              <a:spcBef>
                <a:spcPts val="630"/>
              </a:spcBef>
              <a:spcAft>
                <a:spcPts val="0"/>
              </a:spcAft>
              <a:buSzPts val="1620"/>
              <a:buNone/>
            </a:pPr>
            <a:r>
              <a:t/>
            </a:r>
            <a:endParaRPr sz="1800"/>
          </a:p>
          <a:p>
            <a:pPr indent="-488950" lvl="0" marL="488950" rtl="0" algn="l">
              <a:spcBef>
                <a:spcPts val="630"/>
              </a:spcBef>
              <a:spcAft>
                <a:spcPts val="0"/>
              </a:spcAft>
              <a:buSzPts val="1620"/>
              <a:buChar char="●"/>
            </a:pPr>
            <a:r>
              <a:rPr lang="en-US" sz="1800"/>
              <a:t>For example to transfer a 4KB block on a 7200 RPM disk with a 5ms average seek time, 1Gb/sec transfer rate with a .1ms controller overhead =</a:t>
            </a:r>
            <a:endParaRPr/>
          </a:p>
          <a:p>
            <a:pPr indent="-407988" lvl="1" marL="1060450" rtl="0" algn="l">
              <a:spcBef>
                <a:spcPts val="630"/>
              </a:spcBef>
              <a:spcAft>
                <a:spcPts val="0"/>
              </a:spcAft>
              <a:buSzPts val="1440"/>
              <a:buChar char="●"/>
            </a:pPr>
            <a:r>
              <a:rPr lang="en-US" sz="1800"/>
              <a:t>5ms + 4.17ms + 0.1ms + transfer time =</a:t>
            </a:r>
            <a:endParaRPr/>
          </a:p>
          <a:p>
            <a:pPr indent="-407988" lvl="1" marL="1060450" rtl="0" algn="l">
              <a:spcBef>
                <a:spcPts val="630"/>
              </a:spcBef>
              <a:spcAft>
                <a:spcPts val="0"/>
              </a:spcAft>
              <a:buSzPts val="1440"/>
              <a:buChar char="●"/>
            </a:pPr>
            <a:r>
              <a:rPr lang="en-US" sz="1800"/>
              <a:t>Transfer time = 4KB / 1Gb/s * 8Gb / GB * 1GB / 1024</a:t>
            </a:r>
            <a:r>
              <a:rPr baseline="30000" lang="en-US" sz="1800"/>
              <a:t>2</a:t>
            </a:r>
            <a:r>
              <a:rPr lang="en-US" sz="1800"/>
              <a:t>KB = 32 / (1024</a:t>
            </a:r>
            <a:r>
              <a:rPr baseline="30000" lang="en-US" sz="1800"/>
              <a:t>2</a:t>
            </a:r>
            <a:r>
              <a:rPr lang="en-US" sz="1800"/>
              <a:t>) = 0.031 ms </a:t>
            </a:r>
            <a:endParaRPr/>
          </a:p>
          <a:p>
            <a:pPr indent="-407988" lvl="1" marL="1060450" rtl="0" algn="l">
              <a:spcBef>
                <a:spcPts val="630"/>
              </a:spcBef>
              <a:spcAft>
                <a:spcPts val="0"/>
              </a:spcAft>
              <a:buSzPts val="1440"/>
              <a:buChar char="●"/>
            </a:pPr>
            <a:r>
              <a:rPr lang="en-US" sz="1800"/>
              <a:t>Average I/O time for 4KB block = 9.27ms + .031ms = 9.301ms</a:t>
            </a:r>
            <a:endParaRPr/>
          </a:p>
          <a:p>
            <a:pPr indent="-386080" lvl="0" marL="488950" rtl="0" algn="l">
              <a:spcBef>
                <a:spcPts val="630"/>
              </a:spcBef>
              <a:spcAft>
                <a:spcPts val="0"/>
              </a:spcAft>
              <a:buSzPts val="1620"/>
              <a:buNone/>
            </a:pPr>
            <a:r>
              <a:t/>
            </a:r>
            <a:endParaRPr sz="1800"/>
          </a:p>
          <a:p>
            <a:pPr indent="-386080" lvl="0" marL="488950" rtl="0" algn="l">
              <a:spcBef>
                <a:spcPts val="630"/>
              </a:spcBef>
              <a:spcAft>
                <a:spcPts val="0"/>
              </a:spcAft>
              <a:buSzPts val="1620"/>
              <a:buNone/>
            </a:pPr>
            <a:r>
              <a:t/>
            </a:r>
            <a:endParaRPr sz="1800"/>
          </a:p>
          <a:p>
            <a:pPr indent="-386080" lvl="0" marL="488950" rtl="0" algn="l">
              <a:spcBef>
                <a:spcPts val="630"/>
              </a:spcBef>
              <a:spcAft>
                <a:spcPts val="0"/>
              </a:spcAft>
              <a:buSzPts val="1620"/>
              <a:buNone/>
            </a:pPr>
            <a:r>
              <a:t/>
            </a:r>
            <a:endParaRPr sz="1800"/>
          </a:p>
          <a:p>
            <a:pPr indent="-386080" lvl="0" marL="488950" rtl="0" algn="l">
              <a:spcBef>
                <a:spcPts val="630"/>
              </a:spcBef>
              <a:spcAft>
                <a:spcPts val="0"/>
              </a:spcAft>
              <a:buSzPts val="1620"/>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6"/>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The First Commercial Disk Drive</a:t>
            </a:r>
            <a:endParaRPr/>
          </a:p>
        </p:txBody>
      </p:sp>
      <p:pic>
        <p:nvPicPr>
          <p:cNvPr id="111" name="Google Shape;111;p6"/>
          <p:cNvPicPr preferRelativeResize="0"/>
          <p:nvPr/>
        </p:nvPicPr>
        <p:blipFill rotWithShape="1">
          <a:blip r:embed="rId3">
            <a:alphaModFix/>
          </a:blip>
          <a:srcRect b="0" l="0" r="0" t="0"/>
          <a:stretch/>
        </p:blipFill>
        <p:spPr>
          <a:xfrm>
            <a:off x="2455863" y="1485900"/>
            <a:ext cx="5715000" cy="6400800"/>
          </a:xfrm>
          <a:prstGeom prst="rect">
            <a:avLst/>
          </a:prstGeom>
          <a:noFill/>
          <a:ln>
            <a:noFill/>
          </a:ln>
        </p:spPr>
      </p:pic>
      <p:sp>
        <p:nvSpPr>
          <p:cNvPr id="112" name="Google Shape;112;p6"/>
          <p:cNvSpPr txBox="1"/>
          <p:nvPr/>
        </p:nvSpPr>
        <p:spPr>
          <a:xfrm>
            <a:off x="8391525" y="2265363"/>
            <a:ext cx="4994275" cy="2347912"/>
          </a:xfrm>
          <a:prstGeom prst="rect">
            <a:avLst/>
          </a:prstGeom>
          <a:noFill/>
          <a:ln>
            <a:noFill/>
          </a:ln>
        </p:spPr>
        <p:txBody>
          <a:bodyPr anchorCtr="0" anchor="t" bIns="65300" lIns="130600" spcFirstLastPara="1" rIns="130600" wrap="square" tIns="65300">
            <a:spAutoFit/>
          </a:bodyPr>
          <a:lstStyle/>
          <a:p>
            <a:pPr indent="0" lvl="0" marL="0" marR="0" rtl="0" algn="l">
              <a:spcBef>
                <a:spcPts val="0"/>
              </a:spcBef>
              <a:spcAft>
                <a:spcPts val="0"/>
              </a:spcAft>
              <a:buNone/>
            </a:pPr>
            <a:r>
              <a:rPr b="0" i="0" lang="en-US" sz="1800" u="none" cap="none" strike="noStrike">
                <a:solidFill>
                  <a:schemeClr val="dk1"/>
                </a:solidFill>
                <a:latin typeface="Verdana"/>
                <a:ea typeface="Verdana"/>
                <a:cs typeface="Verdana"/>
                <a:sym typeface="Verdana"/>
              </a:rPr>
              <a:t>1956</a:t>
            </a:r>
            <a:endParaRPr/>
          </a:p>
          <a:p>
            <a:pPr indent="0" lvl="0" marL="0" marR="0" rtl="0" algn="l">
              <a:spcBef>
                <a:spcPts val="0"/>
              </a:spcBef>
              <a:spcAft>
                <a:spcPts val="0"/>
              </a:spcAft>
              <a:buNone/>
            </a:pPr>
            <a:r>
              <a:rPr b="0" i="0" lang="en-US" sz="1800" u="none" cap="none" strike="noStrike">
                <a:solidFill>
                  <a:schemeClr val="dk1"/>
                </a:solidFill>
                <a:latin typeface="Verdana"/>
                <a:ea typeface="Verdana"/>
                <a:cs typeface="Verdana"/>
                <a:sym typeface="Verdana"/>
              </a:rPr>
              <a:t>IBM RAMDAC computer included the IBM Model 350 disk storage system</a:t>
            </a:r>
            <a:endParaRPr/>
          </a:p>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a:p>
            <a:pPr indent="0" lvl="0" marL="0" marR="0" rtl="0" algn="l">
              <a:spcBef>
                <a:spcPts val="0"/>
              </a:spcBef>
              <a:spcAft>
                <a:spcPts val="0"/>
              </a:spcAft>
              <a:buNone/>
            </a:pPr>
            <a:r>
              <a:rPr b="0" i="0" lang="en-US" sz="1800" u="none" cap="none" strike="noStrike">
                <a:solidFill>
                  <a:schemeClr val="dk1"/>
                </a:solidFill>
                <a:latin typeface="Verdana"/>
                <a:ea typeface="Verdana"/>
                <a:cs typeface="Verdana"/>
                <a:sym typeface="Verdana"/>
              </a:rPr>
              <a:t>5M (7 bit) characters</a:t>
            </a:r>
            <a:endParaRPr/>
          </a:p>
          <a:p>
            <a:pPr indent="0" lvl="0" marL="0" marR="0" rtl="0" algn="l">
              <a:spcBef>
                <a:spcPts val="0"/>
              </a:spcBef>
              <a:spcAft>
                <a:spcPts val="0"/>
              </a:spcAft>
              <a:buNone/>
            </a:pPr>
            <a:r>
              <a:rPr b="0" i="0" lang="en-US" sz="1800" u="none" cap="none" strike="noStrike">
                <a:solidFill>
                  <a:schemeClr val="dk1"/>
                </a:solidFill>
                <a:latin typeface="Verdana"/>
                <a:ea typeface="Verdana"/>
                <a:cs typeface="Verdana"/>
                <a:sym typeface="Verdana"/>
              </a:rPr>
              <a:t>50 x 24” platters</a:t>
            </a:r>
            <a:endParaRPr/>
          </a:p>
          <a:p>
            <a:pPr indent="0" lvl="0" marL="0" marR="0" rtl="0" algn="l">
              <a:spcBef>
                <a:spcPts val="0"/>
              </a:spcBef>
              <a:spcAft>
                <a:spcPts val="0"/>
              </a:spcAft>
              <a:buNone/>
            </a:pPr>
            <a:r>
              <a:rPr b="0" i="0" lang="en-US" sz="1800" u="none" cap="none" strike="noStrike">
                <a:solidFill>
                  <a:schemeClr val="dk1"/>
                </a:solidFill>
                <a:latin typeface="Verdana"/>
                <a:ea typeface="Verdana"/>
                <a:cs typeface="Verdana"/>
                <a:sym typeface="Verdana"/>
              </a:rPr>
              <a:t>Access time = &lt; 1 second</a:t>
            </a:r>
            <a:endParaRPr/>
          </a:p>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7"/>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Solid-State Disks</a:t>
            </a:r>
            <a:endParaRPr/>
          </a:p>
        </p:txBody>
      </p:sp>
      <p:sp>
        <p:nvSpPr>
          <p:cNvPr id="118" name="Google Shape;118;p7"/>
          <p:cNvSpPr txBox="1"/>
          <p:nvPr>
            <p:ph idx="1" type="body"/>
          </p:nvPr>
        </p:nvSpPr>
        <p:spPr>
          <a:xfrm>
            <a:off x="1209675" y="1644650"/>
            <a:ext cx="12344400" cy="6040438"/>
          </a:xfrm>
          <a:prstGeom prst="rect">
            <a:avLst/>
          </a:prstGeom>
          <a:noFill/>
          <a:ln>
            <a:noFill/>
          </a:ln>
        </p:spPr>
        <p:txBody>
          <a:bodyPr anchorCtr="0" anchor="t" bIns="65300" lIns="130600" spcFirstLastPara="1" rIns="130600" wrap="square" tIns="65300">
            <a:noAutofit/>
          </a:bodyPr>
          <a:lstStyle/>
          <a:p>
            <a:pPr indent="-488950" lvl="0" marL="488950" rtl="0" algn="l">
              <a:spcBef>
                <a:spcPts val="0"/>
              </a:spcBef>
              <a:spcAft>
                <a:spcPts val="0"/>
              </a:spcAft>
              <a:buSzPts val="1620"/>
              <a:buChar char="●"/>
            </a:pPr>
            <a:r>
              <a:rPr lang="en-US" sz="1800"/>
              <a:t>Nonvolatile memory used like a hard drive</a:t>
            </a:r>
            <a:endParaRPr/>
          </a:p>
          <a:p>
            <a:pPr indent="-407988" lvl="1" marL="1060450" rtl="0" algn="l">
              <a:spcBef>
                <a:spcPts val="630"/>
              </a:spcBef>
              <a:spcAft>
                <a:spcPts val="0"/>
              </a:spcAft>
              <a:buSzPts val="1440"/>
              <a:buChar char="●"/>
            </a:pPr>
            <a:r>
              <a:rPr lang="en-US" sz="1800"/>
              <a:t>Many technology variations</a:t>
            </a:r>
            <a:endParaRPr/>
          </a:p>
          <a:p>
            <a:pPr indent="-488950" lvl="0" marL="488950" rtl="0" algn="l">
              <a:spcBef>
                <a:spcPts val="630"/>
              </a:spcBef>
              <a:spcAft>
                <a:spcPts val="0"/>
              </a:spcAft>
              <a:buSzPts val="1620"/>
              <a:buChar char="●"/>
            </a:pPr>
            <a:r>
              <a:rPr lang="en-US" sz="1800"/>
              <a:t>Can be more reliable than HDDs</a:t>
            </a:r>
            <a:endParaRPr/>
          </a:p>
          <a:p>
            <a:pPr indent="-488950" lvl="0" marL="488950" rtl="0" algn="l">
              <a:spcBef>
                <a:spcPts val="630"/>
              </a:spcBef>
              <a:spcAft>
                <a:spcPts val="0"/>
              </a:spcAft>
              <a:buSzPts val="1620"/>
              <a:buChar char="●"/>
            </a:pPr>
            <a:r>
              <a:rPr lang="en-US" sz="1800"/>
              <a:t>More expensive per MB</a:t>
            </a:r>
            <a:endParaRPr/>
          </a:p>
          <a:p>
            <a:pPr indent="-488950" lvl="0" marL="488950" rtl="0" algn="l">
              <a:spcBef>
                <a:spcPts val="630"/>
              </a:spcBef>
              <a:spcAft>
                <a:spcPts val="0"/>
              </a:spcAft>
              <a:buSzPts val="1620"/>
              <a:buChar char="●"/>
            </a:pPr>
            <a:r>
              <a:rPr lang="en-US" sz="1800"/>
              <a:t>Maybe have shorter life span </a:t>
            </a:r>
            <a:endParaRPr/>
          </a:p>
          <a:p>
            <a:pPr indent="-488950" lvl="0" marL="488950" rtl="0" algn="l">
              <a:spcBef>
                <a:spcPts val="630"/>
              </a:spcBef>
              <a:spcAft>
                <a:spcPts val="0"/>
              </a:spcAft>
              <a:buSzPts val="1620"/>
              <a:buChar char="●"/>
            </a:pPr>
            <a:r>
              <a:rPr lang="en-US" sz="1800"/>
              <a:t>Less capacity</a:t>
            </a:r>
            <a:endParaRPr/>
          </a:p>
          <a:p>
            <a:pPr indent="-488950" lvl="0" marL="488950" rtl="0" algn="l">
              <a:spcBef>
                <a:spcPts val="630"/>
              </a:spcBef>
              <a:spcAft>
                <a:spcPts val="0"/>
              </a:spcAft>
              <a:buSzPts val="1620"/>
              <a:buChar char="●"/>
            </a:pPr>
            <a:r>
              <a:rPr lang="en-US" sz="1800"/>
              <a:t>But much faster</a:t>
            </a:r>
            <a:endParaRPr/>
          </a:p>
          <a:p>
            <a:pPr indent="-488950" lvl="0" marL="488950" rtl="0" algn="l">
              <a:spcBef>
                <a:spcPts val="630"/>
              </a:spcBef>
              <a:spcAft>
                <a:spcPts val="0"/>
              </a:spcAft>
              <a:buSzPts val="1620"/>
              <a:buChar char="●"/>
            </a:pPr>
            <a:r>
              <a:rPr lang="en-US" sz="1800"/>
              <a:t>Busses can be too slow -&gt; connect directly to PCI for example</a:t>
            </a:r>
            <a:endParaRPr/>
          </a:p>
          <a:p>
            <a:pPr indent="-488950" lvl="0" marL="488950" rtl="0" algn="l">
              <a:spcBef>
                <a:spcPts val="630"/>
              </a:spcBef>
              <a:spcAft>
                <a:spcPts val="0"/>
              </a:spcAft>
              <a:buSzPts val="1620"/>
              <a:buChar char="●"/>
            </a:pPr>
            <a:r>
              <a:rPr lang="en-US" sz="1800"/>
              <a:t>No moving parts, so no seek time or rotational latency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txBox="1"/>
          <p:nvPr>
            <p:ph type="title"/>
          </p:nvPr>
        </p:nvSpPr>
        <p:spPr>
          <a:xfrm>
            <a:off x="1574800" y="369888"/>
            <a:ext cx="11455400"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sz="4000"/>
              <a:t>Magnetic Tape</a:t>
            </a:r>
            <a:endParaRPr/>
          </a:p>
        </p:txBody>
      </p:sp>
      <p:sp>
        <p:nvSpPr>
          <p:cNvPr id="125" name="Google Shape;125;p8"/>
          <p:cNvSpPr txBox="1"/>
          <p:nvPr>
            <p:ph idx="1" type="body"/>
          </p:nvPr>
        </p:nvSpPr>
        <p:spPr>
          <a:xfrm>
            <a:off x="1209675" y="1644650"/>
            <a:ext cx="12344400" cy="6040438"/>
          </a:xfrm>
          <a:prstGeom prst="rect">
            <a:avLst/>
          </a:prstGeom>
          <a:noFill/>
          <a:ln>
            <a:noFill/>
          </a:ln>
        </p:spPr>
        <p:txBody>
          <a:bodyPr anchorCtr="0" anchor="t" bIns="65300" lIns="130600" spcFirstLastPara="1" rIns="130600" wrap="square" tIns="65300">
            <a:noAutofit/>
          </a:bodyPr>
          <a:lstStyle/>
          <a:p>
            <a:pPr indent="-488950" lvl="0" marL="488950" rtl="0" algn="l">
              <a:spcBef>
                <a:spcPts val="0"/>
              </a:spcBef>
              <a:spcAft>
                <a:spcPts val="0"/>
              </a:spcAft>
              <a:buSzPts val="1620"/>
              <a:buChar char="●"/>
            </a:pPr>
            <a:r>
              <a:rPr lang="en-US" sz="1800"/>
              <a:t>Was early secondary-storage medium</a:t>
            </a:r>
            <a:endParaRPr/>
          </a:p>
          <a:p>
            <a:pPr indent="-407988" lvl="1" marL="1060450" rtl="0" algn="l">
              <a:spcBef>
                <a:spcPts val="630"/>
              </a:spcBef>
              <a:spcAft>
                <a:spcPts val="0"/>
              </a:spcAft>
              <a:buSzPts val="1440"/>
              <a:buChar char="●"/>
            </a:pPr>
            <a:r>
              <a:rPr lang="en-US" sz="1800"/>
              <a:t>Evolved from open spools to cartridges</a:t>
            </a:r>
            <a:endParaRPr/>
          </a:p>
          <a:p>
            <a:pPr indent="-488950" lvl="0" marL="488950" rtl="0" algn="l">
              <a:spcBef>
                <a:spcPts val="630"/>
              </a:spcBef>
              <a:spcAft>
                <a:spcPts val="0"/>
              </a:spcAft>
              <a:buSzPts val="1620"/>
              <a:buChar char="●"/>
            </a:pPr>
            <a:r>
              <a:rPr lang="en-US" sz="1800"/>
              <a:t>Relatively permanent and holds large quantities of data</a:t>
            </a:r>
            <a:endParaRPr/>
          </a:p>
          <a:p>
            <a:pPr indent="-488950" lvl="0" marL="488950" rtl="0" algn="l">
              <a:spcBef>
                <a:spcPts val="630"/>
              </a:spcBef>
              <a:spcAft>
                <a:spcPts val="0"/>
              </a:spcAft>
              <a:buSzPts val="1620"/>
              <a:buChar char="●"/>
            </a:pPr>
            <a:r>
              <a:rPr lang="en-US" sz="1800"/>
              <a:t>Access time slow</a:t>
            </a:r>
            <a:endParaRPr/>
          </a:p>
          <a:p>
            <a:pPr indent="-488950" lvl="0" marL="488950" rtl="0" algn="l">
              <a:spcBef>
                <a:spcPts val="630"/>
              </a:spcBef>
              <a:spcAft>
                <a:spcPts val="0"/>
              </a:spcAft>
              <a:buSzPts val="1620"/>
              <a:buChar char="●"/>
            </a:pPr>
            <a:r>
              <a:rPr lang="en-US" sz="1800"/>
              <a:t>Random access ~1000 times slower than disk</a:t>
            </a:r>
            <a:endParaRPr/>
          </a:p>
          <a:p>
            <a:pPr indent="-488950" lvl="0" marL="488950" rtl="0" algn="l">
              <a:spcBef>
                <a:spcPts val="630"/>
              </a:spcBef>
              <a:spcAft>
                <a:spcPts val="0"/>
              </a:spcAft>
              <a:buSzPts val="1620"/>
              <a:buChar char="●"/>
            </a:pPr>
            <a:r>
              <a:rPr lang="en-US" sz="1800"/>
              <a:t>Mainly used for backup, storage of infrequently-used data, transfer medium 	between systems</a:t>
            </a:r>
            <a:endParaRPr/>
          </a:p>
          <a:p>
            <a:pPr indent="-488950" lvl="0" marL="488950" rtl="0" algn="l">
              <a:spcBef>
                <a:spcPts val="630"/>
              </a:spcBef>
              <a:spcAft>
                <a:spcPts val="0"/>
              </a:spcAft>
              <a:buSzPts val="1620"/>
              <a:buChar char="●"/>
            </a:pPr>
            <a:r>
              <a:rPr lang="en-US" sz="1800"/>
              <a:t>Kept in spool and wound or rewound past read-write head</a:t>
            </a:r>
            <a:endParaRPr/>
          </a:p>
          <a:p>
            <a:pPr indent="-488950" lvl="0" marL="488950" rtl="0" algn="l">
              <a:spcBef>
                <a:spcPts val="630"/>
              </a:spcBef>
              <a:spcAft>
                <a:spcPts val="0"/>
              </a:spcAft>
              <a:buSzPts val="1620"/>
              <a:buChar char="●"/>
            </a:pPr>
            <a:r>
              <a:rPr lang="en-US" sz="1800"/>
              <a:t>Once data under head, transfer rates comparable to disk</a:t>
            </a:r>
            <a:endParaRPr/>
          </a:p>
          <a:p>
            <a:pPr indent="-407988" lvl="1" marL="1060450" rtl="0" algn="l">
              <a:spcBef>
                <a:spcPts val="630"/>
              </a:spcBef>
              <a:spcAft>
                <a:spcPts val="0"/>
              </a:spcAft>
              <a:buSzPts val="1440"/>
              <a:buChar char="●"/>
            </a:pPr>
            <a:r>
              <a:rPr lang="en-US" sz="1800"/>
              <a:t>140MB/sec and greater</a:t>
            </a:r>
            <a:endParaRPr/>
          </a:p>
          <a:p>
            <a:pPr indent="-488950" lvl="0" marL="488950" rtl="0" algn="l">
              <a:spcBef>
                <a:spcPts val="630"/>
              </a:spcBef>
              <a:spcAft>
                <a:spcPts val="0"/>
              </a:spcAft>
              <a:buSzPts val="1620"/>
              <a:buChar char="●"/>
            </a:pPr>
            <a:r>
              <a:rPr lang="en-US" sz="1800"/>
              <a:t>200GB to 1.5TB typical storage</a:t>
            </a:r>
            <a:endParaRPr/>
          </a:p>
          <a:p>
            <a:pPr indent="-488950" lvl="0" marL="488950" rtl="0" algn="l">
              <a:spcBef>
                <a:spcPts val="630"/>
              </a:spcBef>
              <a:spcAft>
                <a:spcPts val="0"/>
              </a:spcAft>
              <a:buSzPts val="1620"/>
              <a:buChar char="●"/>
            </a:pPr>
            <a:r>
              <a:rPr lang="en-US" sz="1800"/>
              <a:t>Common technologies are LTO-{3,4,5} and T10000</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txBox="1"/>
          <p:nvPr>
            <p:ph type="title"/>
          </p:nvPr>
        </p:nvSpPr>
        <p:spPr>
          <a:xfrm>
            <a:off x="1357313" y="369888"/>
            <a:ext cx="11672887"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Disk Structure</a:t>
            </a:r>
            <a:endParaRPr/>
          </a:p>
        </p:txBody>
      </p:sp>
      <p:sp>
        <p:nvSpPr>
          <p:cNvPr id="132" name="Google Shape;132;p9"/>
          <p:cNvSpPr txBox="1"/>
          <p:nvPr>
            <p:ph idx="1" type="body"/>
          </p:nvPr>
        </p:nvSpPr>
        <p:spPr>
          <a:xfrm>
            <a:off x="1209675" y="1644650"/>
            <a:ext cx="11468100" cy="6040438"/>
          </a:xfrm>
          <a:prstGeom prst="rect">
            <a:avLst/>
          </a:prstGeom>
          <a:noFill/>
          <a:ln>
            <a:noFill/>
          </a:ln>
        </p:spPr>
        <p:txBody>
          <a:bodyPr anchorCtr="0" anchor="t" bIns="65300" lIns="130600" spcFirstLastPara="1" rIns="130600" wrap="square" tIns="65300">
            <a:noAutofit/>
          </a:bodyPr>
          <a:lstStyle/>
          <a:p>
            <a:pPr indent="-488950" lvl="0" marL="488950" rtl="0" algn="l">
              <a:spcBef>
                <a:spcPts val="0"/>
              </a:spcBef>
              <a:spcAft>
                <a:spcPts val="0"/>
              </a:spcAft>
              <a:buSzPts val="1620"/>
              <a:buChar char="●"/>
            </a:pPr>
            <a:r>
              <a:rPr lang="en-US" sz="1800"/>
              <a:t>Disk drives are addressed as large 1-dimensional arrays of </a:t>
            </a:r>
            <a:r>
              <a:rPr b="1" lang="en-US" sz="1800">
                <a:solidFill>
                  <a:srgbClr val="3366FF"/>
                </a:solidFill>
              </a:rPr>
              <a:t>logical blocks</a:t>
            </a:r>
            <a:r>
              <a:rPr lang="en-US" sz="1800"/>
              <a:t>, where the logical block is the smallest unit of transfer</a:t>
            </a:r>
            <a:br>
              <a:rPr lang="en-US" sz="1800"/>
            </a:br>
            <a:endParaRPr sz="1800"/>
          </a:p>
          <a:p>
            <a:pPr indent="-407988" lvl="1" marL="1060450" rtl="0" algn="l">
              <a:spcBef>
                <a:spcPts val="630"/>
              </a:spcBef>
              <a:spcAft>
                <a:spcPts val="0"/>
              </a:spcAft>
              <a:buSzPts val="1440"/>
              <a:buChar char="●"/>
            </a:pPr>
            <a:r>
              <a:rPr lang="en-US" sz="1800"/>
              <a:t>Low-level formatting creates </a:t>
            </a:r>
            <a:r>
              <a:rPr b="1" lang="en-US" sz="1800">
                <a:solidFill>
                  <a:srgbClr val="3366FF"/>
                </a:solidFill>
              </a:rPr>
              <a:t>logical blocks </a:t>
            </a:r>
            <a:r>
              <a:rPr lang="en-US" sz="1800"/>
              <a:t>on physical media</a:t>
            </a:r>
            <a:endParaRPr/>
          </a:p>
          <a:p>
            <a:pPr indent="-488950" lvl="0" marL="488950" rtl="0" algn="l">
              <a:spcBef>
                <a:spcPts val="630"/>
              </a:spcBef>
              <a:spcAft>
                <a:spcPts val="0"/>
              </a:spcAft>
              <a:buSzPts val="1620"/>
              <a:buChar char="●"/>
            </a:pPr>
            <a:r>
              <a:rPr lang="en-US" sz="1800"/>
              <a:t>The 1-dimensional array of logical blocks is mapped into the sectors of the disk sequentially</a:t>
            </a:r>
            <a:endParaRPr/>
          </a:p>
          <a:p>
            <a:pPr indent="-407988" lvl="1" marL="1060450" rtl="0" algn="l">
              <a:spcBef>
                <a:spcPts val="630"/>
              </a:spcBef>
              <a:spcAft>
                <a:spcPts val="0"/>
              </a:spcAft>
              <a:buSzPts val="1440"/>
              <a:buChar char="●"/>
            </a:pPr>
            <a:r>
              <a:rPr lang="en-US" sz="1800"/>
              <a:t>Sector 0 is the first sector of the first track on the outermost cylinder</a:t>
            </a:r>
            <a:endParaRPr/>
          </a:p>
          <a:p>
            <a:pPr indent="-407988" lvl="1" marL="1060450" rtl="0" algn="l">
              <a:spcBef>
                <a:spcPts val="630"/>
              </a:spcBef>
              <a:spcAft>
                <a:spcPts val="0"/>
              </a:spcAft>
              <a:buSzPts val="1440"/>
              <a:buChar char="●"/>
            </a:pPr>
            <a:r>
              <a:rPr lang="en-US" sz="1800"/>
              <a:t>Mapping proceeds in order through that track, then the rest of the tracks in that cylinder, and then through the rest of the cylinders from outermost to innermost</a:t>
            </a:r>
            <a:endParaRPr/>
          </a:p>
          <a:p>
            <a:pPr indent="-407988" lvl="1" marL="1060450" rtl="0" algn="l">
              <a:spcBef>
                <a:spcPts val="630"/>
              </a:spcBef>
              <a:spcAft>
                <a:spcPts val="0"/>
              </a:spcAft>
              <a:buSzPts val="1440"/>
              <a:buChar char="●"/>
            </a:pPr>
            <a:r>
              <a:rPr lang="en-US" sz="1800"/>
              <a:t>Logical to physical address should be easy</a:t>
            </a:r>
            <a:endParaRPr/>
          </a:p>
          <a:p>
            <a:pPr indent="-325438" lvl="2" marL="1550988" rtl="0" algn="l">
              <a:spcBef>
                <a:spcPts val="630"/>
              </a:spcBef>
              <a:spcAft>
                <a:spcPts val="0"/>
              </a:spcAft>
              <a:buSzPts val="1350"/>
              <a:buChar char="4"/>
            </a:pPr>
            <a:r>
              <a:rPr lang="en-US" sz="1800"/>
              <a:t>Except for bad sectors</a:t>
            </a:r>
            <a:endParaRPr/>
          </a:p>
          <a:p>
            <a:pPr indent="-325438" lvl="2" marL="1550988" rtl="0" algn="l">
              <a:spcBef>
                <a:spcPts val="630"/>
              </a:spcBef>
              <a:spcAft>
                <a:spcPts val="0"/>
              </a:spcAft>
              <a:buSzPts val="1350"/>
              <a:buChar char="4"/>
            </a:pPr>
            <a:r>
              <a:rPr lang="en-US" sz="1800"/>
              <a:t>Non-constant # of sectors per track via constant angular velocity</a:t>
            </a:r>
            <a:endParaRPr/>
          </a:p>
          <a:p>
            <a:pPr indent="-386080" lvl="0" marL="488950" rtl="0" algn="l">
              <a:spcBef>
                <a:spcPts val="630"/>
              </a:spcBef>
              <a:spcAft>
                <a:spcPts val="0"/>
              </a:spcAft>
              <a:buSzPts val="1620"/>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Disk Scheduling</a:t>
            </a:r>
            <a:endParaRPr/>
          </a:p>
        </p:txBody>
      </p:sp>
      <p:sp>
        <p:nvSpPr>
          <p:cNvPr id="139" name="Google Shape;139;p10"/>
          <p:cNvSpPr txBox="1"/>
          <p:nvPr>
            <p:ph idx="1" type="body"/>
          </p:nvPr>
        </p:nvSpPr>
        <p:spPr>
          <a:xfrm>
            <a:off x="1209675" y="1644650"/>
            <a:ext cx="11542713" cy="6862763"/>
          </a:xfrm>
          <a:prstGeom prst="rect">
            <a:avLst/>
          </a:prstGeom>
          <a:noFill/>
          <a:ln>
            <a:noFill/>
          </a:ln>
        </p:spPr>
        <p:txBody>
          <a:bodyPr anchorCtr="0" anchor="t" bIns="65300" lIns="130600" spcFirstLastPara="1" rIns="130600" wrap="square" tIns="65300">
            <a:noAutofit/>
          </a:bodyPr>
          <a:lstStyle/>
          <a:p>
            <a:pPr indent="-488950" lvl="0" marL="488950" rtl="0" algn="l">
              <a:spcBef>
                <a:spcPts val="0"/>
              </a:spcBef>
              <a:spcAft>
                <a:spcPts val="0"/>
              </a:spcAft>
              <a:buSzPts val="1620"/>
              <a:buChar char="●"/>
            </a:pPr>
            <a:r>
              <a:rPr lang="en-US" sz="1800"/>
              <a:t>The operating system is responsible for using hardware efficiently — for the disk drives, this means having a fast access time and disk bandwidth</a:t>
            </a:r>
            <a:endParaRPr/>
          </a:p>
          <a:p>
            <a:pPr indent="-407988" lvl="1" marL="1060450" rtl="0" algn="l">
              <a:spcBef>
                <a:spcPts val="385"/>
              </a:spcBef>
              <a:spcAft>
                <a:spcPts val="0"/>
              </a:spcAft>
              <a:buSzPts val="880"/>
              <a:buFont typeface="Arial"/>
              <a:buNone/>
            </a:pPr>
            <a:r>
              <a:t/>
            </a:r>
            <a:endParaRPr sz="1100"/>
          </a:p>
          <a:p>
            <a:pPr indent="-488950" lvl="0" marL="488950" rtl="0" algn="l">
              <a:spcBef>
                <a:spcPts val="630"/>
              </a:spcBef>
              <a:spcAft>
                <a:spcPts val="0"/>
              </a:spcAft>
              <a:buSzPts val="1620"/>
              <a:buChar char="●"/>
            </a:pPr>
            <a:r>
              <a:rPr lang="en-US" sz="1800"/>
              <a:t>Minimize seek time</a:t>
            </a:r>
            <a:endParaRPr/>
          </a:p>
          <a:p>
            <a:pPr indent="-426085" lvl="0" marL="488950" rtl="0" algn="l">
              <a:spcBef>
                <a:spcPts val="385"/>
              </a:spcBef>
              <a:spcAft>
                <a:spcPts val="0"/>
              </a:spcAft>
              <a:buSzPts val="990"/>
              <a:buNone/>
            </a:pPr>
            <a:r>
              <a:t/>
            </a:r>
            <a:endParaRPr sz="1100"/>
          </a:p>
          <a:p>
            <a:pPr indent="-488950" lvl="0" marL="488950" rtl="0" algn="l">
              <a:spcBef>
                <a:spcPts val="630"/>
              </a:spcBef>
              <a:spcAft>
                <a:spcPts val="0"/>
              </a:spcAft>
              <a:buSzPts val="1620"/>
              <a:buChar char="●"/>
            </a:pPr>
            <a:r>
              <a:rPr lang="en-US" sz="1800"/>
              <a:t>Seek time ≈ seek distance</a:t>
            </a:r>
            <a:endParaRPr/>
          </a:p>
          <a:p>
            <a:pPr indent="-426085" lvl="0" marL="488950" rtl="0" algn="l">
              <a:spcBef>
                <a:spcPts val="385"/>
              </a:spcBef>
              <a:spcAft>
                <a:spcPts val="0"/>
              </a:spcAft>
              <a:buSzPts val="990"/>
              <a:buNone/>
            </a:pPr>
            <a:r>
              <a:t/>
            </a:r>
            <a:endParaRPr sz="1100"/>
          </a:p>
          <a:p>
            <a:pPr indent="-488950" lvl="0" marL="488950" rtl="0" algn="l">
              <a:spcBef>
                <a:spcPts val="630"/>
              </a:spcBef>
              <a:spcAft>
                <a:spcPts val="0"/>
              </a:spcAft>
              <a:buSzPts val="1620"/>
              <a:buChar char="●"/>
            </a:pPr>
            <a:r>
              <a:rPr lang="en-US" sz="1800"/>
              <a:t>Disk </a:t>
            </a:r>
            <a:r>
              <a:rPr b="1" lang="en-US" sz="1800">
                <a:solidFill>
                  <a:srgbClr val="3366FF"/>
                </a:solidFill>
              </a:rPr>
              <a:t>bandwidth</a:t>
            </a:r>
            <a:r>
              <a:rPr lang="en-US" sz="1800">
                <a:solidFill>
                  <a:srgbClr val="3366FF"/>
                </a:solidFill>
              </a:rPr>
              <a:t> </a:t>
            </a:r>
            <a:r>
              <a:rPr lang="en-US" sz="1800"/>
              <a:t>is the total number of bytes transferred, divided by the total time between the first request for service and the completion of the last transfer</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type="title"/>
          </p:nvPr>
        </p:nvSpPr>
        <p:spPr>
          <a:xfrm>
            <a:off x="1066800" y="369888"/>
            <a:ext cx="11963400"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Disk Scheduling (Cont.)</a:t>
            </a:r>
            <a:endParaRPr/>
          </a:p>
        </p:txBody>
      </p:sp>
      <p:sp>
        <p:nvSpPr>
          <p:cNvPr id="146" name="Google Shape;146;p11"/>
          <p:cNvSpPr txBox="1"/>
          <p:nvPr>
            <p:ph idx="1" type="body"/>
          </p:nvPr>
        </p:nvSpPr>
        <p:spPr>
          <a:xfrm>
            <a:off x="1209675" y="1644650"/>
            <a:ext cx="12344400" cy="6040438"/>
          </a:xfrm>
          <a:prstGeom prst="rect">
            <a:avLst/>
          </a:prstGeom>
          <a:noFill/>
          <a:ln>
            <a:noFill/>
          </a:ln>
        </p:spPr>
        <p:txBody>
          <a:bodyPr anchorCtr="0" anchor="t" bIns="65300" lIns="130600" spcFirstLastPara="1" rIns="130600" wrap="square" tIns="65300">
            <a:noAutofit/>
          </a:bodyPr>
          <a:lstStyle/>
          <a:p>
            <a:pPr indent="-488950" lvl="0" marL="488950" rtl="0" algn="l">
              <a:spcBef>
                <a:spcPts val="0"/>
              </a:spcBef>
              <a:spcAft>
                <a:spcPts val="0"/>
              </a:spcAft>
              <a:buSzPts val="1620"/>
              <a:buChar char="●"/>
            </a:pPr>
            <a:r>
              <a:rPr lang="en-US" sz="1800"/>
              <a:t>There are many sources of disk I/O request</a:t>
            </a:r>
            <a:endParaRPr/>
          </a:p>
          <a:p>
            <a:pPr indent="-407988" lvl="1" marL="1060450" rtl="0" algn="l">
              <a:spcBef>
                <a:spcPts val="630"/>
              </a:spcBef>
              <a:spcAft>
                <a:spcPts val="0"/>
              </a:spcAft>
              <a:buSzPts val="1440"/>
              <a:buChar char="●"/>
            </a:pPr>
            <a:r>
              <a:rPr lang="en-US" sz="1800"/>
              <a:t>OS</a:t>
            </a:r>
            <a:endParaRPr/>
          </a:p>
          <a:p>
            <a:pPr indent="-407988" lvl="1" marL="1060450" rtl="0" algn="l">
              <a:spcBef>
                <a:spcPts val="630"/>
              </a:spcBef>
              <a:spcAft>
                <a:spcPts val="0"/>
              </a:spcAft>
              <a:buSzPts val="1440"/>
              <a:buChar char="●"/>
            </a:pPr>
            <a:r>
              <a:rPr lang="en-US" sz="1800"/>
              <a:t>System processes</a:t>
            </a:r>
            <a:endParaRPr/>
          </a:p>
          <a:p>
            <a:pPr indent="-407988" lvl="1" marL="1060450" rtl="0" algn="l">
              <a:spcBef>
                <a:spcPts val="630"/>
              </a:spcBef>
              <a:spcAft>
                <a:spcPts val="0"/>
              </a:spcAft>
              <a:buSzPts val="1440"/>
              <a:buChar char="●"/>
            </a:pPr>
            <a:r>
              <a:rPr lang="en-US" sz="1800"/>
              <a:t>Users processes</a:t>
            </a:r>
            <a:endParaRPr/>
          </a:p>
          <a:p>
            <a:pPr indent="-488950" lvl="0" marL="488950" rtl="0" algn="l">
              <a:spcBef>
                <a:spcPts val="630"/>
              </a:spcBef>
              <a:spcAft>
                <a:spcPts val="0"/>
              </a:spcAft>
              <a:buSzPts val="1620"/>
              <a:buChar char="●"/>
            </a:pPr>
            <a:r>
              <a:rPr lang="en-US" sz="1800"/>
              <a:t>I/O request includes input or output mode, disk address, memory address, number of sectors to transfer</a:t>
            </a:r>
            <a:endParaRPr/>
          </a:p>
          <a:p>
            <a:pPr indent="-488950" lvl="0" marL="488950" rtl="0" algn="l">
              <a:spcBef>
                <a:spcPts val="630"/>
              </a:spcBef>
              <a:spcAft>
                <a:spcPts val="0"/>
              </a:spcAft>
              <a:buSzPts val="1620"/>
              <a:buChar char="●"/>
            </a:pPr>
            <a:r>
              <a:rPr lang="en-US" sz="1800">
                <a:solidFill>
                  <a:srgbClr val="C00000"/>
                </a:solidFill>
              </a:rPr>
              <a:t>OS maintains queue of requests, per disk or device</a:t>
            </a:r>
            <a:endParaRPr/>
          </a:p>
          <a:p>
            <a:pPr indent="-488950" lvl="0" marL="488950" rtl="0" algn="l">
              <a:spcBef>
                <a:spcPts val="630"/>
              </a:spcBef>
              <a:spcAft>
                <a:spcPts val="0"/>
              </a:spcAft>
              <a:buSzPts val="1620"/>
              <a:buChar char="●"/>
            </a:pPr>
            <a:r>
              <a:rPr lang="en-US" sz="1800"/>
              <a:t>Idle disk can immediately work on I/O request, busy disk means work must queue</a:t>
            </a:r>
            <a:endParaRPr/>
          </a:p>
          <a:p>
            <a:pPr indent="-407988" lvl="1" marL="1060450" rtl="0" algn="l">
              <a:spcBef>
                <a:spcPts val="630"/>
              </a:spcBef>
              <a:spcAft>
                <a:spcPts val="0"/>
              </a:spcAft>
              <a:buSzPts val="1440"/>
              <a:buChar char="●"/>
            </a:pPr>
            <a:r>
              <a:rPr lang="en-US" sz="1800"/>
              <a:t>Optimization algorithms only make sense when a queue exists</a:t>
            </a:r>
            <a:endParaRPr/>
          </a:p>
          <a:p>
            <a:pPr indent="-488950" lvl="0" marL="488950" rtl="0" algn="l">
              <a:spcBef>
                <a:spcPts val="630"/>
              </a:spcBef>
              <a:spcAft>
                <a:spcPts val="0"/>
              </a:spcAft>
              <a:buSzPts val="1620"/>
              <a:buChar char="●"/>
            </a:pPr>
            <a:r>
              <a:rPr lang="en-US" sz="1800"/>
              <a:t>Note that drive controllers have small buffers and can manage a queue of I/O requests (of varying “depth”)</a:t>
            </a:r>
            <a:endParaRPr/>
          </a:p>
          <a:p>
            <a:pPr indent="-386080" lvl="0" marL="488950" rtl="0" algn="l">
              <a:spcBef>
                <a:spcPts val="630"/>
              </a:spcBef>
              <a:spcAft>
                <a:spcPts val="0"/>
              </a:spcAft>
              <a:buSzPts val="1620"/>
              <a:buNone/>
            </a:pPr>
            <a:r>
              <a:t/>
            </a:r>
            <a:endParaRPr sz="1800"/>
          </a:p>
          <a:p>
            <a:pPr indent="-386080" lvl="0" marL="488950" rtl="0" algn="l">
              <a:spcBef>
                <a:spcPts val="630"/>
              </a:spcBef>
              <a:spcAft>
                <a:spcPts val="0"/>
              </a:spcAft>
              <a:buSzPts val="1620"/>
              <a:buNone/>
            </a:pPr>
            <a:r>
              <a:t/>
            </a:r>
            <a:endParaRPr sz="1800"/>
          </a:p>
          <a:p>
            <a:pPr indent="-488950" lvl="0" marL="488950" rtl="0" algn="l">
              <a:spcBef>
                <a:spcPts val="630"/>
              </a:spcBef>
              <a:spcAft>
                <a:spcPts val="0"/>
              </a:spcAft>
              <a:buSzPts val="1620"/>
              <a:buChar char="●"/>
            </a:pPr>
            <a:r>
              <a:rPr lang="en-US" sz="1800"/>
              <a:t>Several algorithms exist to schedule the servicing of disk I/O requests</a:t>
            </a:r>
            <a:endParaRPr/>
          </a:p>
          <a:p>
            <a:pPr indent="-488950" lvl="0" marL="488950" rtl="0" algn="l">
              <a:spcBef>
                <a:spcPts val="630"/>
              </a:spcBef>
              <a:spcAft>
                <a:spcPts val="0"/>
              </a:spcAft>
              <a:buSzPts val="1620"/>
              <a:buChar char="●"/>
            </a:pPr>
            <a:r>
              <a:rPr lang="en-US" sz="1800"/>
              <a:t>The analysis is true for one or many platters</a:t>
            </a:r>
            <a:endParaRPr/>
          </a:p>
          <a:p>
            <a:pPr indent="-488950" lvl="0" marL="488950" rtl="0" algn="l">
              <a:spcBef>
                <a:spcPts val="630"/>
              </a:spcBef>
              <a:spcAft>
                <a:spcPts val="0"/>
              </a:spcAft>
              <a:buSzPts val="1620"/>
              <a:buChar char="●"/>
            </a:pPr>
            <a:r>
              <a:rPr lang="en-US" sz="1800"/>
              <a:t>We illustrate scheduling algorithms with a request queue (0-199)</a:t>
            </a:r>
            <a:endParaRPr/>
          </a:p>
          <a:p>
            <a:pPr indent="-488950" lvl="0" marL="488950" rtl="0" algn="l">
              <a:spcBef>
                <a:spcPts val="630"/>
              </a:spcBef>
              <a:spcAft>
                <a:spcPts val="0"/>
              </a:spcAft>
              <a:buSzPts val="1620"/>
              <a:buFont typeface="Arial"/>
              <a:buNone/>
            </a:pPr>
            <a:r>
              <a:rPr lang="en-US" sz="1800"/>
              <a:t>		</a:t>
            </a:r>
            <a:br>
              <a:rPr lang="en-US" sz="1800"/>
            </a:br>
            <a:r>
              <a:rPr lang="en-US" sz="1800"/>
              <a:t>	98, 183, 37, 122, 14, 124, 65, 67</a:t>
            </a:r>
            <a:endParaRPr/>
          </a:p>
          <a:p>
            <a:pPr indent="-488950" lvl="0" marL="488950" rtl="0" algn="l">
              <a:spcBef>
                <a:spcPts val="630"/>
              </a:spcBef>
              <a:spcAft>
                <a:spcPts val="0"/>
              </a:spcAft>
              <a:buSzPts val="1620"/>
              <a:buFont typeface="Arial"/>
              <a:buNone/>
            </a:pPr>
            <a:r>
              <a:t/>
            </a:r>
            <a:endParaRPr sz="1800"/>
          </a:p>
          <a:p>
            <a:pPr indent="-488950" lvl="0" marL="488950" rtl="0" algn="l">
              <a:spcBef>
                <a:spcPts val="630"/>
              </a:spcBef>
              <a:spcAft>
                <a:spcPts val="0"/>
              </a:spcAft>
              <a:buSzPts val="1620"/>
              <a:buFont typeface="Arial"/>
              <a:buNone/>
            </a:pPr>
            <a:r>
              <a:rPr lang="en-US" sz="1800"/>
              <a:t>	Head pointer 53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2"/>
          <p:cNvSpPr txBox="1"/>
          <p:nvPr>
            <p:ph type="title"/>
          </p:nvPr>
        </p:nvSpPr>
        <p:spPr>
          <a:xfrm>
            <a:off x="1474788" y="369888"/>
            <a:ext cx="10425112"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FCFS</a:t>
            </a:r>
            <a:endParaRPr/>
          </a:p>
        </p:txBody>
      </p:sp>
      <p:sp>
        <p:nvSpPr>
          <p:cNvPr id="153" name="Google Shape;153;p12"/>
          <p:cNvSpPr txBox="1"/>
          <p:nvPr/>
        </p:nvSpPr>
        <p:spPr>
          <a:xfrm>
            <a:off x="3135313" y="1785938"/>
            <a:ext cx="5935662" cy="409575"/>
          </a:xfrm>
          <a:prstGeom prst="rect">
            <a:avLst/>
          </a:prstGeom>
          <a:noFill/>
          <a:ln>
            <a:noFill/>
          </a:ln>
        </p:spPr>
        <p:txBody>
          <a:bodyPr anchorCtr="0" anchor="ctr" bIns="65300" lIns="130600" spcFirstLastPara="1" rIns="130600" wrap="square" tIns="65300">
            <a:spAutoFit/>
          </a:bodyPr>
          <a:lstStyle/>
          <a:p>
            <a:pPr indent="0" lvl="0" marL="0" marR="0" rtl="0" algn="ctr">
              <a:spcBef>
                <a:spcPts val="0"/>
              </a:spcBef>
              <a:spcAft>
                <a:spcPts val="0"/>
              </a:spcAft>
              <a:buNone/>
            </a:pPr>
            <a:r>
              <a:rPr b="0" i="0" lang="en-US" sz="1800" u="none" cap="none" strike="noStrike">
                <a:solidFill>
                  <a:schemeClr val="dk1"/>
                </a:solidFill>
                <a:latin typeface="Helvetica Neue"/>
                <a:ea typeface="Helvetica Neue"/>
                <a:cs typeface="Helvetica Neue"/>
                <a:sym typeface="Helvetica Neue"/>
              </a:rPr>
              <a:t>Illustration shows total head movement of 640 cylinders</a:t>
            </a:r>
            <a:endParaRPr/>
          </a:p>
        </p:txBody>
      </p:sp>
      <p:pic>
        <p:nvPicPr>
          <p:cNvPr id="154" name="Google Shape;154;p12"/>
          <p:cNvPicPr preferRelativeResize="0"/>
          <p:nvPr/>
        </p:nvPicPr>
        <p:blipFill rotWithShape="1">
          <a:blip r:embed="rId3">
            <a:alphaModFix/>
          </a:blip>
          <a:srcRect b="0" l="0" r="0" t="0"/>
          <a:stretch/>
        </p:blipFill>
        <p:spPr>
          <a:xfrm>
            <a:off x="1831975" y="2541588"/>
            <a:ext cx="8759825" cy="5641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3"/>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SSTF</a:t>
            </a:r>
            <a:endParaRPr/>
          </a:p>
        </p:txBody>
      </p:sp>
      <p:sp>
        <p:nvSpPr>
          <p:cNvPr id="161" name="Google Shape;161;p13"/>
          <p:cNvSpPr txBox="1"/>
          <p:nvPr>
            <p:ph idx="1" type="body"/>
          </p:nvPr>
        </p:nvSpPr>
        <p:spPr>
          <a:xfrm>
            <a:off x="1209675" y="1644650"/>
            <a:ext cx="11557000" cy="6040438"/>
          </a:xfrm>
          <a:prstGeom prst="rect">
            <a:avLst/>
          </a:prstGeom>
          <a:noFill/>
          <a:ln>
            <a:noFill/>
          </a:ln>
        </p:spPr>
        <p:txBody>
          <a:bodyPr anchorCtr="0" anchor="t" bIns="65300" lIns="130600" spcFirstLastPara="1" rIns="130600" wrap="square" tIns="65300">
            <a:noAutofit/>
          </a:bodyPr>
          <a:lstStyle/>
          <a:p>
            <a:pPr indent="-488950" lvl="0" marL="488950" rtl="0" algn="l">
              <a:spcBef>
                <a:spcPts val="0"/>
              </a:spcBef>
              <a:spcAft>
                <a:spcPts val="0"/>
              </a:spcAft>
              <a:buSzPts val="1620"/>
              <a:buChar char="●"/>
            </a:pPr>
            <a:r>
              <a:rPr lang="en-US" sz="1800"/>
              <a:t>Shortest Seek Time First selects the request with the minimum seek time from the current head position</a:t>
            </a:r>
            <a:endParaRPr/>
          </a:p>
          <a:p>
            <a:pPr indent="-386080" lvl="0" marL="488950" rtl="0" algn="l">
              <a:spcBef>
                <a:spcPts val="630"/>
              </a:spcBef>
              <a:spcAft>
                <a:spcPts val="0"/>
              </a:spcAft>
              <a:buSzPts val="1620"/>
              <a:buNone/>
            </a:pPr>
            <a:r>
              <a:t/>
            </a:r>
            <a:endParaRPr sz="1800"/>
          </a:p>
          <a:p>
            <a:pPr indent="-488950" lvl="0" marL="488950" rtl="0" algn="l">
              <a:spcBef>
                <a:spcPts val="630"/>
              </a:spcBef>
              <a:spcAft>
                <a:spcPts val="0"/>
              </a:spcAft>
              <a:buSzPts val="1620"/>
              <a:buChar char="●"/>
            </a:pPr>
            <a:r>
              <a:rPr lang="en-US" sz="1800"/>
              <a:t>SSTF scheduling is a form of SJF scheduling; may cause starvation of some requests</a:t>
            </a:r>
            <a:endParaRPr/>
          </a:p>
          <a:p>
            <a:pPr indent="-386080" lvl="0" marL="488950" rtl="0" algn="l">
              <a:spcBef>
                <a:spcPts val="630"/>
              </a:spcBef>
              <a:spcAft>
                <a:spcPts val="0"/>
              </a:spcAft>
              <a:buSzPts val="1620"/>
              <a:buNone/>
            </a:pPr>
            <a:r>
              <a:t/>
            </a:r>
            <a:endParaRPr sz="1800"/>
          </a:p>
          <a:p>
            <a:pPr indent="-488950" lvl="0" marL="488950" rtl="0" algn="l">
              <a:spcBef>
                <a:spcPts val="630"/>
              </a:spcBef>
              <a:spcAft>
                <a:spcPts val="0"/>
              </a:spcAft>
              <a:buSzPts val="1620"/>
              <a:buChar char="●"/>
            </a:pPr>
            <a:r>
              <a:rPr lang="en-US" sz="1800"/>
              <a:t>Illustration shows total head movement of 236 cylinders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4"/>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SSTF (Cont.)</a:t>
            </a:r>
            <a:endParaRPr/>
          </a:p>
        </p:txBody>
      </p:sp>
      <p:pic>
        <p:nvPicPr>
          <p:cNvPr descr="12" id="168" name="Google Shape;168;p14"/>
          <p:cNvPicPr preferRelativeResize="0"/>
          <p:nvPr/>
        </p:nvPicPr>
        <p:blipFill rotWithShape="1">
          <a:blip r:embed="rId3">
            <a:alphaModFix/>
          </a:blip>
          <a:srcRect b="0" l="0" r="0" t="0"/>
          <a:stretch/>
        </p:blipFill>
        <p:spPr>
          <a:xfrm>
            <a:off x="1390650" y="1687513"/>
            <a:ext cx="10756900" cy="6445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5"/>
          <p:cNvSpPr txBox="1"/>
          <p:nvPr>
            <p:ph type="title"/>
          </p:nvPr>
        </p:nvSpPr>
        <p:spPr>
          <a:xfrm>
            <a:off x="685800" y="369888"/>
            <a:ext cx="11761788"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SCAN</a:t>
            </a:r>
            <a:endParaRPr/>
          </a:p>
        </p:txBody>
      </p:sp>
      <p:sp>
        <p:nvSpPr>
          <p:cNvPr id="175" name="Google Shape;175;p15"/>
          <p:cNvSpPr txBox="1"/>
          <p:nvPr>
            <p:ph idx="1" type="body"/>
          </p:nvPr>
        </p:nvSpPr>
        <p:spPr>
          <a:xfrm>
            <a:off x="1209675" y="1644650"/>
            <a:ext cx="11599863" cy="6040438"/>
          </a:xfrm>
          <a:prstGeom prst="rect">
            <a:avLst/>
          </a:prstGeom>
          <a:noFill/>
          <a:ln>
            <a:noFill/>
          </a:ln>
        </p:spPr>
        <p:txBody>
          <a:bodyPr anchorCtr="0" anchor="t" bIns="65300" lIns="130600" spcFirstLastPara="1" rIns="130600" wrap="square" tIns="65300">
            <a:noAutofit/>
          </a:bodyPr>
          <a:lstStyle/>
          <a:p>
            <a:pPr indent="-488950" lvl="0" marL="488950" rtl="0" algn="l">
              <a:spcBef>
                <a:spcPts val="0"/>
              </a:spcBef>
              <a:spcAft>
                <a:spcPts val="0"/>
              </a:spcAft>
              <a:buSzPts val="1620"/>
              <a:buChar char="●"/>
            </a:pPr>
            <a:r>
              <a:rPr lang="en-US" sz="1800"/>
              <a:t>The disk arm starts at one end of the disk, and moves toward the other end, servicing requests until it gets to the other end of the disk, where the head movement is reversed and servicing continues.</a:t>
            </a:r>
            <a:endParaRPr/>
          </a:p>
          <a:p>
            <a:pPr indent="-386080" lvl="0" marL="488950" rtl="0" algn="l">
              <a:spcBef>
                <a:spcPts val="630"/>
              </a:spcBef>
              <a:spcAft>
                <a:spcPts val="0"/>
              </a:spcAft>
              <a:buSzPts val="1620"/>
              <a:buNone/>
            </a:pPr>
            <a:r>
              <a:t/>
            </a:r>
            <a:endParaRPr sz="1800"/>
          </a:p>
          <a:p>
            <a:pPr indent="-488950" lvl="0" marL="488950" rtl="0" algn="l">
              <a:spcBef>
                <a:spcPts val="630"/>
              </a:spcBef>
              <a:spcAft>
                <a:spcPts val="0"/>
              </a:spcAft>
              <a:buSzPts val="1620"/>
              <a:buChar char="●"/>
            </a:pPr>
            <a:r>
              <a:rPr b="1" lang="en-US" sz="1800">
                <a:solidFill>
                  <a:srgbClr val="3366FF"/>
                </a:solidFill>
              </a:rPr>
              <a:t>SCAN algorithm</a:t>
            </a:r>
            <a:r>
              <a:rPr lang="en-US" sz="1800">
                <a:solidFill>
                  <a:srgbClr val="3366FF"/>
                </a:solidFill>
              </a:rPr>
              <a:t> </a:t>
            </a:r>
            <a:r>
              <a:rPr lang="en-US" sz="1800"/>
              <a:t>Sometimes called the </a:t>
            </a:r>
            <a:r>
              <a:rPr b="1" lang="en-US" sz="1800">
                <a:solidFill>
                  <a:srgbClr val="3366FF"/>
                </a:solidFill>
              </a:rPr>
              <a:t>elevator algorithm</a:t>
            </a:r>
            <a:endParaRPr/>
          </a:p>
          <a:p>
            <a:pPr indent="-386080" lvl="0" marL="488950" rtl="0" algn="l">
              <a:spcBef>
                <a:spcPts val="630"/>
              </a:spcBef>
              <a:spcAft>
                <a:spcPts val="0"/>
              </a:spcAft>
              <a:buSzPts val="1620"/>
              <a:buNone/>
            </a:pPr>
            <a:r>
              <a:t/>
            </a:r>
            <a:endParaRPr b="1" sz="1800">
              <a:solidFill>
                <a:srgbClr val="3366FF"/>
              </a:solidFill>
            </a:endParaRPr>
          </a:p>
          <a:p>
            <a:pPr indent="-488950" lvl="0" marL="488950" rtl="0" algn="l">
              <a:spcBef>
                <a:spcPts val="630"/>
              </a:spcBef>
              <a:spcAft>
                <a:spcPts val="0"/>
              </a:spcAft>
              <a:buSzPts val="1620"/>
              <a:buChar char="●"/>
            </a:pPr>
            <a:r>
              <a:rPr lang="en-US" sz="1800"/>
              <a:t>Illustration shows total head movement of 208 cylinders</a:t>
            </a:r>
            <a:endParaRPr/>
          </a:p>
          <a:p>
            <a:pPr indent="-386080" lvl="0" marL="488950" rtl="0" algn="l">
              <a:spcBef>
                <a:spcPts val="630"/>
              </a:spcBef>
              <a:spcAft>
                <a:spcPts val="0"/>
              </a:spcAft>
              <a:buSzPts val="1620"/>
              <a:buNone/>
            </a:pPr>
            <a:r>
              <a:t/>
            </a:r>
            <a:endParaRPr sz="1800"/>
          </a:p>
          <a:p>
            <a:pPr indent="-488950" lvl="0" marL="488950" rtl="0" algn="l">
              <a:spcBef>
                <a:spcPts val="630"/>
              </a:spcBef>
              <a:spcAft>
                <a:spcPts val="0"/>
              </a:spcAft>
              <a:buSzPts val="1620"/>
              <a:buChar char="●"/>
            </a:pPr>
            <a:r>
              <a:rPr lang="en-US" sz="1800"/>
              <a:t>But note that if requests are uniformly dense, largest density at other end of disk and those wait the longest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6"/>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SCAN (Cont.)</a:t>
            </a:r>
            <a:endParaRPr/>
          </a:p>
        </p:txBody>
      </p:sp>
      <p:pic>
        <p:nvPicPr>
          <p:cNvPr id="182" name="Google Shape;182;p16"/>
          <p:cNvPicPr preferRelativeResize="0"/>
          <p:nvPr/>
        </p:nvPicPr>
        <p:blipFill rotWithShape="1">
          <a:blip r:embed="rId3">
            <a:alphaModFix/>
          </a:blip>
          <a:srcRect b="0" l="0" r="0" t="0"/>
          <a:stretch/>
        </p:blipFill>
        <p:spPr>
          <a:xfrm>
            <a:off x="2036763" y="1544638"/>
            <a:ext cx="10045700" cy="67373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7"/>
          <p:cNvSpPr txBox="1"/>
          <p:nvPr>
            <p:ph type="title"/>
          </p:nvPr>
        </p:nvSpPr>
        <p:spPr>
          <a:xfrm>
            <a:off x="685800" y="369888"/>
            <a:ext cx="11804650"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C-SCAN</a:t>
            </a:r>
            <a:endParaRPr/>
          </a:p>
        </p:txBody>
      </p:sp>
      <p:sp>
        <p:nvSpPr>
          <p:cNvPr id="189" name="Google Shape;189;p17"/>
          <p:cNvSpPr txBox="1"/>
          <p:nvPr>
            <p:ph idx="1" type="body"/>
          </p:nvPr>
        </p:nvSpPr>
        <p:spPr>
          <a:xfrm>
            <a:off x="1209675" y="1644650"/>
            <a:ext cx="11499850" cy="6040438"/>
          </a:xfrm>
          <a:prstGeom prst="rect">
            <a:avLst/>
          </a:prstGeom>
          <a:noFill/>
          <a:ln>
            <a:noFill/>
          </a:ln>
        </p:spPr>
        <p:txBody>
          <a:bodyPr anchorCtr="0" anchor="t" bIns="65300" lIns="130600" spcFirstLastPara="1" rIns="130600" wrap="square" tIns="65300">
            <a:noAutofit/>
          </a:bodyPr>
          <a:lstStyle/>
          <a:p>
            <a:pPr indent="-488950" lvl="0" marL="488950" rtl="0" algn="l">
              <a:spcBef>
                <a:spcPts val="0"/>
              </a:spcBef>
              <a:spcAft>
                <a:spcPts val="0"/>
              </a:spcAft>
              <a:buSzPts val="1620"/>
              <a:buChar char="●"/>
            </a:pPr>
            <a:r>
              <a:rPr lang="en-US" sz="1800"/>
              <a:t>Provides a more uniform wait time than SCAN</a:t>
            </a:r>
            <a:endParaRPr/>
          </a:p>
          <a:p>
            <a:pPr indent="-386080" lvl="0" marL="488950" rtl="0" algn="l">
              <a:spcBef>
                <a:spcPts val="630"/>
              </a:spcBef>
              <a:spcAft>
                <a:spcPts val="0"/>
              </a:spcAft>
              <a:buSzPts val="1620"/>
              <a:buNone/>
            </a:pPr>
            <a:r>
              <a:t/>
            </a:r>
            <a:endParaRPr sz="1800"/>
          </a:p>
          <a:p>
            <a:pPr indent="-488950" lvl="0" marL="488950" rtl="0" algn="l">
              <a:spcBef>
                <a:spcPts val="630"/>
              </a:spcBef>
              <a:spcAft>
                <a:spcPts val="0"/>
              </a:spcAft>
              <a:buSzPts val="1620"/>
              <a:buChar char="●"/>
            </a:pPr>
            <a:r>
              <a:rPr lang="en-US" sz="1800"/>
              <a:t>The head moves from one end of the disk to the other, servicing requests as it goes</a:t>
            </a:r>
            <a:endParaRPr/>
          </a:p>
          <a:p>
            <a:pPr indent="-407988" lvl="1" marL="1060450" rtl="0" algn="l">
              <a:spcBef>
                <a:spcPts val="630"/>
              </a:spcBef>
              <a:spcAft>
                <a:spcPts val="0"/>
              </a:spcAft>
              <a:buSzPts val="1440"/>
              <a:buChar char="●"/>
            </a:pPr>
            <a:r>
              <a:rPr lang="en-US" sz="1800"/>
              <a:t>When it reaches the other end, however, it immediately returns to the beginning of the disk, without servicing any requests on the return trip</a:t>
            </a:r>
            <a:endParaRPr/>
          </a:p>
          <a:p>
            <a:pPr indent="-316547" lvl="1" marL="1060450" rtl="0" algn="l">
              <a:spcBef>
                <a:spcPts val="630"/>
              </a:spcBef>
              <a:spcAft>
                <a:spcPts val="0"/>
              </a:spcAft>
              <a:buSzPts val="1440"/>
              <a:buNone/>
            </a:pPr>
            <a:r>
              <a:t/>
            </a:r>
            <a:endParaRPr sz="1800"/>
          </a:p>
          <a:p>
            <a:pPr indent="-488950" lvl="0" marL="488950" rtl="0" algn="l">
              <a:spcBef>
                <a:spcPts val="630"/>
              </a:spcBef>
              <a:spcAft>
                <a:spcPts val="0"/>
              </a:spcAft>
              <a:buSzPts val="1620"/>
              <a:buChar char="●"/>
            </a:pPr>
            <a:r>
              <a:rPr lang="en-US" sz="1800"/>
              <a:t>Treats the cylinders as a circular list that wraps around from the last cylinder to the first one</a:t>
            </a:r>
            <a:endParaRPr/>
          </a:p>
          <a:p>
            <a:pPr indent="-386080" lvl="0" marL="488950" rtl="0" algn="l">
              <a:spcBef>
                <a:spcPts val="630"/>
              </a:spcBef>
              <a:spcAft>
                <a:spcPts val="0"/>
              </a:spcAft>
              <a:buSzPts val="1620"/>
              <a:buNone/>
            </a:pPr>
            <a:r>
              <a:t/>
            </a:r>
            <a:endParaRPr sz="1800"/>
          </a:p>
          <a:p>
            <a:pPr indent="-488950" lvl="0" marL="488950" rtl="0" algn="l">
              <a:spcBef>
                <a:spcPts val="630"/>
              </a:spcBef>
              <a:spcAft>
                <a:spcPts val="0"/>
              </a:spcAft>
              <a:buSzPts val="1620"/>
              <a:buChar char="●"/>
            </a:pPr>
            <a:r>
              <a:rPr lang="en-US" sz="1800"/>
              <a:t>Total number of cylinders?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8"/>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C-SCAN (Cont.)</a:t>
            </a:r>
            <a:endParaRPr/>
          </a:p>
        </p:txBody>
      </p:sp>
      <p:pic>
        <p:nvPicPr>
          <p:cNvPr id="196" name="Google Shape;196;p18"/>
          <p:cNvPicPr preferRelativeResize="0"/>
          <p:nvPr/>
        </p:nvPicPr>
        <p:blipFill rotWithShape="1">
          <a:blip r:embed="rId3">
            <a:alphaModFix/>
          </a:blip>
          <a:srcRect b="3730" l="706" r="924" t="3731"/>
          <a:stretch/>
        </p:blipFill>
        <p:spPr>
          <a:xfrm>
            <a:off x="1847850" y="1652588"/>
            <a:ext cx="10501313" cy="6588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9"/>
          <p:cNvSpPr txBox="1"/>
          <p:nvPr>
            <p:ph type="title"/>
          </p:nvPr>
        </p:nvSpPr>
        <p:spPr>
          <a:xfrm>
            <a:off x="685800" y="369888"/>
            <a:ext cx="12344400"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C-LOOK</a:t>
            </a:r>
            <a:endParaRPr/>
          </a:p>
        </p:txBody>
      </p:sp>
      <p:sp>
        <p:nvSpPr>
          <p:cNvPr id="203" name="Google Shape;203;p19"/>
          <p:cNvSpPr txBox="1"/>
          <p:nvPr>
            <p:ph idx="1" type="body"/>
          </p:nvPr>
        </p:nvSpPr>
        <p:spPr>
          <a:xfrm>
            <a:off x="1209675" y="1644650"/>
            <a:ext cx="11496675" cy="4343400"/>
          </a:xfrm>
          <a:prstGeom prst="rect">
            <a:avLst/>
          </a:prstGeom>
          <a:noFill/>
          <a:ln>
            <a:noFill/>
          </a:ln>
        </p:spPr>
        <p:txBody>
          <a:bodyPr anchorCtr="0" anchor="t" bIns="65300" lIns="130600" spcFirstLastPara="1" rIns="130600" wrap="square" tIns="65300">
            <a:noAutofit/>
          </a:bodyPr>
          <a:lstStyle/>
          <a:p>
            <a:pPr indent="-488950" lvl="0" marL="488950" rtl="0" algn="l">
              <a:spcBef>
                <a:spcPts val="0"/>
              </a:spcBef>
              <a:spcAft>
                <a:spcPts val="0"/>
              </a:spcAft>
              <a:buSzPts val="1620"/>
              <a:buChar char="●"/>
            </a:pPr>
            <a:r>
              <a:rPr lang="en-US" sz="1800"/>
              <a:t>LOOK a version of SCAN, C-LOOK a version of C-SCAN</a:t>
            </a:r>
            <a:endParaRPr/>
          </a:p>
          <a:p>
            <a:pPr indent="-386080" lvl="0" marL="488950" rtl="0" algn="l">
              <a:spcBef>
                <a:spcPts val="630"/>
              </a:spcBef>
              <a:spcAft>
                <a:spcPts val="0"/>
              </a:spcAft>
              <a:buSzPts val="1620"/>
              <a:buNone/>
            </a:pPr>
            <a:r>
              <a:t/>
            </a:r>
            <a:endParaRPr sz="1800"/>
          </a:p>
          <a:p>
            <a:pPr indent="-488950" lvl="0" marL="488950" rtl="0" algn="l">
              <a:spcBef>
                <a:spcPts val="630"/>
              </a:spcBef>
              <a:spcAft>
                <a:spcPts val="0"/>
              </a:spcAft>
              <a:buSzPts val="1620"/>
              <a:buChar char="●"/>
            </a:pPr>
            <a:r>
              <a:rPr lang="en-US" sz="1800"/>
              <a:t>Arm only goes as far as the last request in each direction, then reverses direction immediately, without first going all the way to the end of the disk </a:t>
            </a:r>
            <a:endParaRPr/>
          </a:p>
          <a:p>
            <a:pPr indent="-386080" lvl="0" marL="488950" rtl="0" algn="l">
              <a:spcBef>
                <a:spcPts val="630"/>
              </a:spcBef>
              <a:spcAft>
                <a:spcPts val="0"/>
              </a:spcAft>
              <a:buSzPts val="1620"/>
              <a:buNone/>
            </a:pPr>
            <a:r>
              <a:t/>
            </a:r>
            <a:endParaRPr sz="1800"/>
          </a:p>
          <a:p>
            <a:pPr indent="-488950" lvl="0" marL="488950" rtl="0" algn="l">
              <a:spcBef>
                <a:spcPts val="630"/>
              </a:spcBef>
              <a:spcAft>
                <a:spcPts val="0"/>
              </a:spcAft>
              <a:buSzPts val="1620"/>
              <a:buChar char="●"/>
            </a:pPr>
            <a:r>
              <a:rPr lang="en-US" sz="1800"/>
              <a:t>Total number of cylinders?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0"/>
          <p:cNvSpPr txBox="1"/>
          <p:nvPr>
            <p:ph type="title"/>
          </p:nvPr>
        </p:nvSpPr>
        <p:spPr>
          <a:xfrm>
            <a:off x="1198563" y="369888"/>
            <a:ext cx="11831637"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C-LOOK (Cont.)</a:t>
            </a:r>
            <a:endParaRPr/>
          </a:p>
        </p:txBody>
      </p:sp>
      <p:pic>
        <p:nvPicPr>
          <p:cNvPr descr="12" id="210" name="Google Shape;210;p20"/>
          <p:cNvPicPr preferRelativeResize="0"/>
          <p:nvPr/>
        </p:nvPicPr>
        <p:blipFill rotWithShape="1">
          <a:blip r:embed="rId3">
            <a:alphaModFix/>
          </a:blip>
          <a:srcRect b="0" l="0" r="0" t="0"/>
          <a:stretch/>
        </p:blipFill>
        <p:spPr>
          <a:xfrm>
            <a:off x="1479550" y="1347788"/>
            <a:ext cx="10968038" cy="68548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1"/>
          <p:cNvSpPr txBox="1"/>
          <p:nvPr>
            <p:ph type="title"/>
          </p:nvPr>
        </p:nvSpPr>
        <p:spPr>
          <a:xfrm>
            <a:off x="1495425" y="369888"/>
            <a:ext cx="11568113" cy="768350"/>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sz="4300"/>
              <a:t>Selecting a Disk-Scheduling Algorithm</a:t>
            </a:r>
            <a:endParaRPr/>
          </a:p>
        </p:txBody>
      </p:sp>
      <p:sp>
        <p:nvSpPr>
          <p:cNvPr id="217" name="Google Shape;217;p21"/>
          <p:cNvSpPr txBox="1"/>
          <p:nvPr>
            <p:ph idx="1" type="body"/>
          </p:nvPr>
        </p:nvSpPr>
        <p:spPr>
          <a:xfrm>
            <a:off x="1209675" y="1644650"/>
            <a:ext cx="11396663" cy="6040438"/>
          </a:xfrm>
          <a:prstGeom prst="rect">
            <a:avLst/>
          </a:prstGeom>
          <a:noFill/>
          <a:ln>
            <a:noFill/>
          </a:ln>
        </p:spPr>
        <p:txBody>
          <a:bodyPr anchorCtr="0" anchor="t" bIns="65300" lIns="130600" spcFirstLastPara="1" rIns="130600" wrap="square" tIns="65300">
            <a:noAutofit/>
          </a:bodyPr>
          <a:lstStyle/>
          <a:p>
            <a:pPr indent="-488950" lvl="0" marL="488950" rtl="0" algn="l">
              <a:spcBef>
                <a:spcPts val="0"/>
              </a:spcBef>
              <a:spcAft>
                <a:spcPts val="0"/>
              </a:spcAft>
              <a:buSzPts val="1620"/>
              <a:buChar char="●"/>
            </a:pPr>
            <a:r>
              <a:rPr lang="en-US" sz="1800"/>
              <a:t>SSTF is common and has a natural appeal</a:t>
            </a:r>
            <a:endParaRPr/>
          </a:p>
          <a:p>
            <a:pPr indent="-426085" lvl="0" marL="488950" rtl="0" algn="l">
              <a:spcBef>
                <a:spcPts val="385"/>
              </a:spcBef>
              <a:spcAft>
                <a:spcPts val="0"/>
              </a:spcAft>
              <a:buSzPts val="990"/>
              <a:buNone/>
            </a:pPr>
            <a:r>
              <a:t/>
            </a:r>
            <a:endParaRPr sz="1100"/>
          </a:p>
          <a:p>
            <a:pPr indent="-488950" lvl="0" marL="488950" rtl="0" algn="l">
              <a:spcBef>
                <a:spcPts val="630"/>
              </a:spcBef>
              <a:spcAft>
                <a:spcPts val="0"/>
              </a:spcAft>
              <a:buSzPts val="1620"/>
              <a:buChar char="●"/>
            </a:pPr>
            <a:r>
              <a:rPr lang="en-US" sz="1800"/>
              <a:t>SCAN and C-SCAN perform better for systems that place a heavy load on the disk</a:t>
            </a:r>
            <a:endParaRPr/>
          </a:p>
          <a:p>
            <a:pPr indent="-407988" lvl="1" marL="1060450" rtl="0" algn="l">
              <a:spcBef>
                <a:spcPts val="630"/>
              </a:spcBef>
              <a:spcAft>
                <a:spcPts val="0"/>
              </a:spcAft>
              <a:buSzPts val="1440"/>
              <a:buChar char="●"/>
            </a:pPr>
            <a:r>
              <a:rPr lang="en-US" sz="1800"/>
              <a:t>Less starvation</a:t>
            </a:r>
            <a:endParaRPr/>
          </a:p>
          <a:p>
            <a:pPr indent="-426085" lvl="0" marL="488950" rtl="0" algn="l">
              <a:spcBef>
                <a:spcPts val="385"/>
              </a:spcBef>
              <a:spcAft>
                <a:spcPts val="0"/>
              </a:spcAft>
              <a:buSzPts val="990"/>
              <a:buNone/>
            </a:pPr>
            <a:r>
              <a:t/>
            </a:r>
            <a:endParaRPr sz="1100"/>
          </a:p>
          <a:p>
            <a:pPr indent="-488950" lvl="0" marL="488950" rtl="0" algn="l">
              <a:spcBef>
                <a:spcPts val="630"/>
              </a:spcBef>
              <a:spcAft>
                <a:spcPts val="0"/>
              </a:spcAft>
              <a:buSzPts val="1620"/>
              <a:buChar char="●"/>
            </a:pPr>
            <a:r>
              <a:rPr lang="en-US" sz="1800"/>
              <a:t>Performance depends on the number and types of requests</a:t>
            </a:r>
            <a:endParaRPr/>
          </a:p>
          <a:p>
            <a:pPr indent="-426085" lvl="0" marL="488950" rtl="0" algn="l">
              <a:spcBef>
                <a:spcPts val="385"/>
              </a:spcBef>
              <a:spcAft>
                <a:spcPts val="0"/>
              </a:spcAft>
              <a:buSzPts val="990"/>
              <a:buNone/>
            </a:pPr>
            <a:r>
              <a:t/>
            </a:r>
            <a:endParaRPr sz="1100"/>
          </a:p>
          <a:p>
            <a:pPr indent="-426085" lvl="0" marL="488950" rtl="0" algn="l">
              <a:spcBef>
                <a:spcPts val="385"/>
              </a:spcBef>
              <a:spcAft>
                <a:spcPts val="0"/>
              </a:spcAft>
              <a:buSzPts val="990"/>
              <a:buNone/>
            </a:pPr>
            <a:r>
              <a:t/>
            </a:r>
            <a:endParaRPr sz="1100"/>
          </a:p>
          <a:p>
            <a:pPr indent="-488950" lvl="0" marL="488950" rtl="0" algn="l">
              <a:spcBef>
                <a:spcPts val="630"/>
              </a:spcBef>
              <a:spcAft>
                <a:spcPts val="0"/>
              </a:spcAft>
              <a:buSzPts val="1620"/>
              <a:buChar char="●"/>
            </a:pPr>
            <a:r>
              <a:rPr lang="en-US" sz="1800"/>
              <a:t>The disk-scheduling algorithm should be written as a separate module of the operating system, allowing it to be replaced with a different algorithm if necessary</a:t>
            </a:r>
            <a:endParaRPr/>
          </a:p>
          <a:p>
            <a:pPr indent="-426085" lvl="0" marL="488950" rtl="0" algn="l">
              <a:spcBef>
                <a:spcPts val="385"/>
              </a:spcBef>
              <a:spcAft>
                <a:spcPts val="0"/>
              </a:spcAft>
              <a:buSzPts val="990"/>
              <a:buNone/>
            </a:pPr>
            <a:r>
              <a:t/>
            </a:r>
            <a:endParaRPr sz="1100"/>
          </a:p>
          <a:p>
            <a:pPr indent="-488950" lvl="0" marL="488950" rtl="0" algn="l">
              <a:spcBef>
                <a:spcPts val="630"/>
              </a:spcBef>
              <a:spcAft>
                <a:spcPts val="0"/>
              </a:spcAft>
              <a:buSzPts val="1620"/>
              <a:buChar char="●"/>
            </a:pPr>
            <a:r>
              <a:rPr lang="en-US" sz="1800"/>
              <a:t>Either SSTF or LOOK is a reasonable choice for the default algorithm</a:t>
            </a:r>
            <a:endParaRPr/>
          </a:p>
          <a:p>
            <a:pPr indent="-386080" lvl="0" marL="488950" rtl="0" algn="l">
              <a:spcBef>
                <a:spcPts val="630"/>
              </a:spcBef>
              <a:spcAft>
                <a:spcPts val="0"/>
              </a:spcAft>
              <a:buSzPts val="1620"/>
              <a:buNone/>
            </a:pPr>
            <a:r>
              <a:t/>
            </a:r>
            <a:endParaRPr sz="1800"/>
          </a:p>
          <a:p>
            <a:pPr indent="-488950" lvl="0" marL="488950" rtl="0" algn="l">
              <a:spcBef>
                <a:spcPts val="630"/>
              </a:spcBef>
              <a:spcAft>
                <a:spcPts val="0"/>
              </a:spcAft>
              <a:buSzPts val="1620"/>
              <a:buChar char="●"/>
            </a:pPr>
            <a:r>
              <a:rPr lang="en-US" sz="1800"/>
              <a:t>What about rotational latency?</a:t>
            </a:r>
            <a:endParaRPr/>
          </a:p>
          <a:p>
            <a:pPr indent="-407988" lvl="1" marL="1060450" rtl="0" algn="l">
              <a:spcBef>
                <a:spcPts val="630"/>
              </a:spcBef>
              <a:spcAft>
                <a:spcPts val="0"/>
              </a:spcAft>
              <a:buSzPts val="1440"/>
              <a:buChar char="●"/>
            </a:pPr>
            <a:r>
              <a:rPr lang="en-US" sz="1800"/>
              <a:t>Difficult for OS to calculate</a:t>
            </a:r>
            <a:endParaRPr/>
          </a:p>
          <a:p>
            <a:pPr indent="-316547" lvl="1" marL="1060450" rtl="0" algn="l">
              <a:spcBef>
                <a:spcPts val="630"/>
              </a:spcBef>
              <a:spcAft>
                <a:spcPts val="0"/>
              </a:spcAft>
              <a:buSzPts val="1440"/>
              <a:buNone/>
            </a:pPr>
            <a:r>
              <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2"/>
          <p:cNvSpPr txBox="1"/>
          <p:nvPr>
            <p:ph type="ctrTitle"/>
          </p:nvPr>
        </p:nvSpPr>
        <p:spPr>
          <a:xfrm>
            <a:off x="1028700" y="914400"/>
            <a:ext cx="11658600" cy="2836863"/>
          </a:xfrm>
          <a:prstGeom prst="rect">
            <a:avLst/>
          </a:prstGeom>
          <a:noFill/>
          <a:ln>
            <a:noFill/>
          </a:ln>
        </p:spPr>
        <p:txBody>
          <a:bodyPr anchorCtr="0" anchor="b" bIns="65300" lIns="130600" spcFirstLastPara="1" rIns="130600" wrap="square" tIns="65300">
            <a:noAutofit/>
          </a:bodyPr>
          <a:lstStyle/>
          <a:p>
            <a:pPr indent="0" lvl="0" marL="0" rtl="0" algn="ctr">
              <a:spcBef>
                <a:spcPts val="0"/>
              </a:spcBef>
              <a:spcAft>
                <a:spcPts val="0"/>
              </a:spcAft>
              <a:buNone/>
            </a:pPr>
            <a:r>
              <a:rPr lang="en-US"/>
              <a:t>End of Chapter 12</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2011-04-11T19:57:28Z</dcterms:created>
  <dc:creator>Lucent End User</dc:creator>
</cp:coreProperties>
</file>