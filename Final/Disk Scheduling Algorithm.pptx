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9144000" cx="13716000"/>
  <p:notesSz cx="6997700" cy="9283700"/>
  <p:embeddedFontLst>
    <p:embeddedFont>
      <p:font typeface="Helvetica Neu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36">
          <p15:clr>
            <a:srgbClr val="A4A3A4"/>
          </p15:clr>
        </p15:guide>
        <p15:guide id="2" pos="1960">
          <p15:clr>
            <a:srgbClr val="A4A3A4"/>
          </p15:clr>
        </p15:guide>
      </p15:sldGuideLst>
    </p:ext>
    <p:ext uri="GoogleSlidesCustomDataVersion2">
      <go:slidesCustomData xmlns:go="http://customooxmlschemas.google.com/" r:id="rId43" roundtripDataSignature="AMtx7mg3yJK3Qv0Izpq0CKeU6MkWWXv2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36" orient="horz"/>
        <p:guide pos="19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20" Type="http://schemas.openxmlformats.org/officeDocument/2006/relationships/slide" Target="slides/slide15.xml"/><Relationship Id="rId42" Type="http://schemas.openxmlformats.org/officeDocument/2006/relationships/font" Target="fonts/HelveticaNeue-boldItalic.fntdata"/><Relationship Id="rId41" Type="http://schemas.openxmlformats.org/officeDocument/2006/relationships/font" Target="fonts/HelveticaNeue-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2125" cy="463550"/>
          </a:xfrm>
          <a:prstGeom prst="rect">
            <a:avLst/>
          </a:prstGeom>
          <a:noFill/>
          <a:ln>
            <a:noFill/>
          </a:ln>
        </p:spPr>
        <p:txBody>
          <a:bodyPr anchorCtr="0" anchor="t" bIns="46500" lIns="93025" spcFirstLastPara="1" rIns="93025" wrap="square" tIns="465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3963988" y="0"/>
            <a:ext cx="3032125" cy="463550"/>
          </a:xfrm>
          <a:prstGeom prst="rect">
            <a:avLst/>
          </a:prstGeom>
          <a:noFill/>
          <a:ln>
            <a:noFill/>
          </a:ln>
        </p:spPr>
        <p:txBody>
          <a:bodyPr anchorCtr="0" anchor="t" bIns="46500" lIns="93025" spcFirstLastPara="1" rIns="93025" wrap="square" tIns="465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lvl1pPr indent="-228600" lvl="0" marL="457200" marR="0" rtl="0" algn="l">
              <a:lnSpc>
                <a:spcPct val="100000"/>
              </a:lnSpc>
              <a:spcBef>
                <a:spcPts val="510"/>
              </a:spcBef>
              <a:spcAft>
                <a:spcPts val="0"/>
              </a:spcAft>
              <a:buClr>
                <a:srgbClr val="000000"/>
              </a:buClr>
              <a:buSzPts val="1400"/>
              <a:buFont typeface="Arial"/>
              <a:buNone/>
              <a:defRPr b="0" i="0" sz="17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510"/>
              </a:spcBef>
              <a:spcAft>
                <a:spcPts val="0"/>
              </a:spcAft>
              <a:buClr>
                <a:srgbClr val="000000"/>
              </a:buClr>
              <a:buSzPts val="1400"/>
              <a:buFont typeface="Arial"/>
              <a:buNone/>
              <a:defRPr b="0" i="0" sz="17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510"/>
              </a:spcBef>
              <a:spcAft>
                <a:spcPts val="0"/>
              </a:spcAft>
              <a:buClr>
                <a:srgbClr val="000000"/>
              </a:buClr>
              <a:buSzPts val="1400"/>
              <a:buFont typeface="Arial"/>
              <a:buNone/>
              <a:defRPr b="0" i="0" sz="17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510"/>
              </a:spcBef>
              <a:spcAft>
                <a:spcPts val="0"/>
              </a:spcAft>
              <a:buClr>
                <a:srgbClr val="000000"/>
              </a:buClr>
              <a:buSzPts val="1400"/>
              <a:buFont typeface="Arial"/>
              <a:buNone/>
              <a:defRPr b="0" i="0" sz="17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510"/>
              </a:spcBef>
              <a:spcAft>
                <a:spcPts val="0"/>
              </a:spcAft>
              <a:buClr>
                <a:srgbClr val="000000"/>
              </a:buClr>
              <a:buSzPts val="1400"/>
              <a:buFont typeface="Arial"/>
              <a:buNone/>
              <a:defRPr b="0" i="0" sz="17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18563"/>
            <a:ext cx="3032125" cy="463550"/>
          </a:xfrm>
          <a:prstGeom prst="rect">
            <a:avLst/>
          </a:prstGeom>
          <a:noFill/>
          <a:ln>
            <a:noFill/>
          </a:ln>
        </p:spPr>
        <p:txBody>
          <a:bodyPr anchorCtr="0" anchor="b" bIns="46500" lIns="93025" spcFirstLastPara="1" rIns="93025" wrap="square" tIns="465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20f5d1b6f5_0_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2" name="Google Shape;72;g320f5d1b6f5_0_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g320f5d1b6f5_0_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a245e2678_0_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9" name="Google Shape;79;g34a245e2678_0_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g34a245e2678_0_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a245e2678_0_8: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6" name="Google Shape;86;g34a245e2678_0_8: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4a245e2678_0_8: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a245e2678_0_1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3" name="Google Shape;93;g34a245e2678_0_1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g34a245e2678_0_1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3354988cc_0_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0" name="Google Shape;100;g373354988cc_0_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g373354988cc_0_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3354988cc_0_12: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7" name="Google Shape;107;g373354988cc_0_12: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g373354988cc_0_12: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a2c1fbb12_0_6: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510"/>
              </a:spcBef>
              <a:spcAft>
                <a:spcPts val="0"/>
              </a:spcAft>
              <a:buSzPts val="1400"/>
              <a:buNone/>
            </a:pPr>
            <a:r>
              <a:t/>
            </a:r>
            <a:endParaRPr/>
          </a:p>
        </p:txBody>
      </p:sp>
      <p:sp>
        <p:nvSpPr>
          <p:cNvPr id="114" name="Google Shape;114;g34a2c1fbb12_0_6: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96e2bd966_0_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0" name="Google Shape;120;g3496e2bd966_0_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g3496e2bd966_0_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7" name="Google Shape;127;p21: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21: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4" name="Google Shape;134;p12: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12: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0f5d1b6f5_0_6: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2" name="Google Shape;142;g320f5d1b6f5_0_6: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320f5d1b6f5_0_6: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0f5d1b6f5_0_1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0" name="Google Shape;150;g320f5d1b6f5_0_1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510"/>
              </a:spcBef>
              <a:spcAft>
                <a:spcPts val="0"/>
              </a:spcAft>
              <a:buSzPts val="1400"/>
              <a:buNone/>
            </a:pPr>
            <a:r>
              <a:t/>
            </a:r>
            <a:endParaRPr/>
          </a:p>
        </p:txBody>
      </p:sp>
      <p:sp>
        <p:nvSpPr>
          <p:cNvPr id="151" name="Google Shape;151;g320f5d1b6f5_0_1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7" name="Google Shape;157;p13: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3: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d6300f323_0_1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4" name="Google Shape;164;g31d6300f323_0_1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g31d6300f323_0_1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d6300f323_0_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g31d6300f323_0_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510"/>
              </a:spcBef>
              <a:spcAft>
                <a:spcPts val="0"/>
              </a:spcAft>
              <a:buSzPts val="1400"/>
              <a:buNone/>
            </a:pPr>
            <a:r>
              <a:t/>
            </a:r>
            <a:endParaRPr/>
          </a:p>
        </p:txBody>
      </p:sp>
      <p:sp>
        <p:nvSpPr>
          <p:cNvPr id="172" name="Google Shape;172;g31d6300f323_0_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9" name="Google Shape;179;p14: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4: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d6300f323_0_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6" name="Google Shape;186;g31d6300f323_0_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g31d6300f323_0_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d6300f323_0_22: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4" name="Google Shape;194;g31d6300f323_0_22: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1d6300f323_0_22: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3" name="Google Shape;203;p19: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9: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d6300f323_0_30: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0" name="Google Shape;210;g31d6300f323_0_30: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g31d6300f323_0_30: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d6300f323_0_38: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8" name="Google Shape;218;g31d6300f323_0_38: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1d6300f323_0_38: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6" name="Google Shape;226;p20: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20: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3" name="Google Shape;233;p15: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5: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d6300f323_0_51: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0" name="Google Shape;240;g31d6300f323_0_51: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g31d6300f323_0_51: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1d6300f323_0_59: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8" name="Google Shape;248;g31d6300f323_0_59: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g31d6300f323_0_59: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56" name="Google Shape;256;p16: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6: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3" name="Google Shape;263;p17: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7: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d6300f323_0_67: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70" name="Google Shape;270;g31d6300f323_0_67: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g31d6300f323_0_67: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1d6300f323_0_7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78" name="Google Shape;278;g31d6300f323_0_7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g31d6300f323_0_7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8: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6" name="Google Shape;286;p18: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d6300f323_0_4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g31d6300f323_0_45:notes"/>
          <p:cNvSpPr txBox="1"/>
          <p:nvPr>
            <p:ph idx="1" type="body"/>
          </p:nvPr>
        </p:nvSpPr>
        <p:spPr>
          <a:xfrm>
            <a:off x="700088" y="4410075"/>
            <a:ext cx="5597400" cy="4176600"/>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510"/>
              </a:spcBef>
              <a:spcAft>
                <a:spcPts val="0"/>
              </a:spcAft>
              <a:buSzPts val="1400"/>
              <a:buNone/>
            </a:pPr>
            <a:r>
              <a:t/>
            </a:r>
            <a:endParaRPr/>
          </a:p>
        </p:txBody>
      </p:sp>
      <p:sp>
        <p:nvSpPr>
          <p:cNvPr id="294" name="Google Shape;294;g31d6300f323_0_45:notes"/>
          <p:cNvSpPr txBox="1"/>
          <p:nvPr>
            <p:ph idx="12" type="sldNum"/>
          </p:nvPr>
        </p:nvSpPr>
        <p:spPr>
          <a:xfrm>
            <a:off x="3963988" y="8818563"/>
            <a:ext cx="3032100" cy="46350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00" name="Google Shape;300;p22: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2: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24"/>
          <p:cNvGrpSpPr/>
          <p:nvPr/>
        </p:nvGrpSpPr>
        <p:grpSpPr>
          <a:xfrm>
            <a:off x="298450" y="3948113"/>
            <a:ext cx="12915900" cy="268287"/>
            <a:chOff x="125" y="1865"/>
            <a:chExt cx="5424" cy="127"/>
          </a:xfrm>
        </p:grpSpPr>
        <p:sp>
          <p:nvSpPr>
            <p:cNvPr id="23" name="Google Shape;23;p24"/>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4" name="Google Shape;24;p24"/>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5" name="Google Shape;25;p24"/>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grpSp>
      <p:sp>
        <p:nvSpPr>
          <p:cNvPr id="26" name="Google Shape;26;p24"/>
          <p:cNvSpPr txBox="1"/>
          <p:nvPr/>
        </p:nvSpPr>
        <p:spPr>
          <a:xfrm>
            <a:off x="9734550" y="8783638"/>
            <a:ext cx="4070350" cy="347662"/>
          </a:xfrm>
          <a:prstGeom prst="rect">
            <a:avLst/>
          </a:prstGeom>
          <a:noFill/>
          <a:ln>
            <a:noFill/>
          </a:ln>
        </p:spPr>
        <p:txBody>
          <a:bodyPr anchorCtr="0" anchor="t" bIns="65300" lIns="130600" spcFirstLastPara="1" rIns="130600" wrap="square" tIns="653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3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27" name="Google Shape;27;p24"/>
          <p:cNvSpPr txBox="1"/>
          <p:nvPr/>
        </p:nvSpPr>
        <p:spPr>
          <a:xfrm>
            <a:off x="41275" y="8818563"/>
            <a:ext cx="3727450" cy="347662"/>
          </a:xfrm>
          <a:prstGeom prst="rect">
            <a:avLst/>
          </a:prstGeom>
          <a:noFill/>
          <a:ln>
            <a:noFill/>
          </a:ln>
        </p:spPr>
        <p:txBody>
          <a:bodyPr anchorCtr="0" anchor="t" bIns="65300" lIns="130600" spcFirstLastPara="1" rIns="130600" wrap="square" tIns="653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36699"/>
                </a:solidFill>
                <a:latin typeface="Helvetica Neue"/>
                <a:ea typeface="Helvetica Neue"/>
                <a:cs typeface="Helvetica Neue"/>
                <a:sym typeface="Helvetica Neue"/>
              </a:rPr>
              <a:t>Operating System Concepts – 9</a:t>
            </a:r>
            <a:r>
              <a:rPr b="1" baseline="30000" i="0" lang="en-US" sz="1400" u="none" cap="none" strike="noStrike">
                <a:solidFill>
                  <a:srgbClr val="336699"/>
                </a:solidFill>
                <a:latin typeface="Helvetica Neue"/>
                <a:ea typeface="Helvetica Neue"/>
                <a:cs typeface="Helvetica Neue"/>
                <a:sym typeface="Helvetica Neue"/>
              </a:rPr>
              <a:t>th</a:t>
            </a:r>
            <a:r>
              <a:rPr b="1" i="0" lang="en-US" sz="1400" u="none" cap="none" strike="noStrike">
                <a:solidFill>
                  <a:srgbClr val="33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4" id="28" name="Google Shape;28;p24"/>
          <p:cNvPicPr preferRelativeResize="0"/>
          <p:nvPr/>
        </p:nvPicPr>
        <p:blipFill rotWithShape="1">
          <a:blip r:embed="rId2">
            <a:alphaModFix/>
          </a:blip>
          <a:srcRect b="0" l="0" r="0" t="0"/>
          <a:stretch/>
        </p:blipFill>
        <p:spPr>
          <a:xfrm>
            <a:off x="5041900" y="5543550"/>
            <a:ext cx="3092450" cy="2125663"/>
          </a:xfrm>
          <a:prstGeom prst="rect">
            <a:avLst/>
          </a:prstGeom>
          <a:noFill/>
          <a:ln cap="flat" cmpd="sng" w="76200">
            <a:solidFill>
              <a:srgbClr val="336699"/>
            </a:solidFill>
            <a:prstDash val="solid"/>
            <a:miter lim="800000"/>
            <a:headEnd len="sm" w="sm" type="none"/>
            <a:tailEnd len="sm" w="sm" type="none"/>
          </a:ln>
        </p:spPr>
      </p:pic>
      <p:sp>
        <p:nvSpPr>
          <p:cNvPr id="29" name="Google Shape;29;p24"/>
          <p:cNvSpPr/>
          <p:nvPr/>
        </p:nvSpPr>
        <p:spPr>
          <a:xfrm>
            <a:off x="4837113" y="5354638"/>
            <a:ext cx="3505200" cy="2517775"/>
          </a:xfrm>
          <a:prstGeom prst="rect">
            <a:avLst/>
          </a:prstGeom>
          <a:noFill/>
          <a:ln cap="flat" cmpd="thinThick" w="57150">
            <a:solidFill>
              <a:srgbClr val="66CCFF"/>
            </a:solidFill>
            <a:prstDash val="solid"/>
            <a:miter lim="800000"/>
            <a:headEnd len="sm" w="sm" type="none"/>
            <a:tailEnd len="sm" w="sm" type="none"/>
          </a:ln>
        </p:spPr>
        <p:txBody>
          <a:bodyPr anchorCtr="0" anchor="ctr" bIns="65300" lIns="130600" spcFirstLastPara="1" rIns="130600" wrap="square" tIns="65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0" name="Google Shape;30;p24"/>
          <p:cNvSpPr txBox="1"/>
          <p:nvPr>
            <p:ph type="ctrTitle"/>
          </p:nvPr>
        </p:nvSpPr>
        <p:spPr>
          <a:xfrm>
            <a:off x="1028700" y="914400"/>
            <a:ext cx="11658600" cy="2836333"/>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sz="61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5"/>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25"/>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6"/>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7"/>
          <p:cNvSpPr txBox="1"/>
          <p:nvPr>
            <p:ph type="title"/>
          </p:nvPr>
        </p:nvSpPr>
        <p:spPr>
          <a:xfrm>
            <a:off x="1083470" y="5875867"/>
            <a:ext cx="11658600" cy="1816100"/>
          </a:xfrm>
          <a:prstGeom prst="rect">
            <a:avLst/>
          </a:prstGeom>
          <a:noFill/>
          <a:ln>
            <a:noFill/>
          </a:ln>
        </p:spPr>
        <p:txBody>
          <a:bodyPr anchorCtr="0" anchor="t" bIns="65300" lIns="130600" spcFirstLastPara="1" rIns="130600" wrap="square" tIns="65300">
            <a:noAutofit/>
          </a:bodyPr>
          <a:lstStyle>
            <a:lvl1pPr lvl="0" algn="l">
              <a:lnSpc>
                <a:spcPct val="100000"/>
              </a:lnSpc>
              <a:spcBef>
                <a:spcPts val="0"/>
              </a:spcBef>
              <a:spcAft>
                <a:spcPts val="0"/>
              </a:spcAft>
              <a:buSzPts val="1400"/>
              <a:buNone/>
              <a:defRPr b="1" sz="57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27"/>
          <p:cNvSpPr txBox="1"/>
          <p:nvPr>
            <p:ph idx="1" type="body"/>
          </p:nvPr>
        </p:nvSpPr>
        <p:spPr>
          <a:xfrm>
            <a:off x="1083470" y="3875618"/>
            <a:ext cx="11658600" cy="2000249"/>
          </a:xfrm>
          <a:prstGeom prst="rect">
            <a:avLst/>
          </a:prstGeom>
          <a:noFill/>
          <a:ln>
            <a:noFill/>
          </a:ln>
        </p:spPr>
        <p:txBody>
          <a:bodyPr anchorCtr="0" anchor="b" bIns="65300" lIns="130600" spcFirstLastPara="1" rIns="130600" wrap="square" tIns="65300">
            <a:noAutofit/>
          </a:bodyPr>
          <a:lstStyle>
            <a:lvl1pPr indent="-228600" lvl="0" marL="457200" algn="l">
              <a:lnSpc>
                <a:spcPct val="100000"/>
              </a:lnSpc>
              <a:spcBef>
                <a:spcPts val="1015"/>
              </a:spcBef>
              <a:spcAft>
                <a:spcPts val="0"/>
              </a:spcAft>
              <a:buSzPts val="2610"/>
              <a:buNone/>
              <a:defRPr sz="2900"/>
            </a:lvl1pPr>
            <a:lvl2pPr indent="-228600" lvl="1" marL="914400" algn="l">
              <a:lnSpc>
                <a:spcPct val="100000"/>
              </a:lnSpc>
              <a:spcBef>
                <a:spcPts val="910"/>
              </a:spcBef>
              <a:spcAft>
                <a:spcPts val="0"/>
              </a:spcAft>
              <a:buSzPts val="2080"/>
              <a:buNone/>
              <a:defRPr sz="2600"/>
            </a:lvl2pPr>
            <a:lvl3pPr indent="-228600" lvl="2" marL="1371600" algn="l">
              <a:lnSpc>
                <a:spcPct val="100000"/>
              </a:lnSpc>
              <a:spcBef>
                <a:spcPts val="805"/>
              </a:spcBef>
              <a:spcAft>
                <a:spcPts val="0"/>
              </a:spcAft>
              <a:buSzPts val="1725"/>
              <a:buNone/>
              <a:defRPr sz="2300"/>
            </a:lvl3pPr>
            <a:lvl4pPr indent="-228600" lvl="3" marL="1828800" algn="l">
              <a:lnSpc>
                <a:spcPct val="100000"/>
              </a:lnSpc>
              <a:spcBef>
                <a:spcPts val="700"/>
              </a:spcBef>
              <a:spcAft>
                <a:spcPts val="0"/>
              </a:spcAft>
              <a:buSzPts val="1500"/>
              <a:buFont typeface="Helvetica Neue"/>
              <a:buNone/>
              <a:defRPr sz="2000"/>
            </a:lvl4pPr>
            <a:lvl5pPr indent="-228600" lvl="4" marL="2286000" algn="l">
              <a:lnSpc>
                <a:spcPct val="100000"/>
              </a:lnSpc>
              <a:spcBef>
                <a:spcPts val="700"/>
              </a:spcBef>
              <a:spcAft>
                <a:spcPts val="0"/>
              </a:spcAft>
              <a:buSzPts val="1500"/>
              <a:buFont typeface="Helvetica Neue"/>
              <a:buNone/>
              <a:defRPr sz="2000"/>
            </a:lvl5pPr>
            <a:lvl6pPr indent="-228600" lvl="5" marL="2743200" algn="l">
              <a:lnSpc>
                <a:spcPct val="100000"/>
              </a:lnSpc>
              <a:spcBef>
                <a:spcPts val="700"/>
              </a:spcBef>
              <a:spcAft>
                <a:spcPts val="0"/>
              </a:spcAft>
              <a:buSzPts val="1500"/>
              <a:buFont typeface="Helvetica Neue"/>
              <a:buNone/>
              <a:defRPr sz="2000"/>
            </a:lvl6pPr>
            <a:lvl7pPr indent="-228600" lvl="6" marL="3200400" algn="l">
              <a:lnSpc>
                <a:spcPct val="100000"/>
              </a:lnSpc>
              <a:spcBef>
                <a:spcPts val="700"/>
              </a:spcBef>
              <a:spcAft>
                <a:spcPts val="0"/>
              </a:spcAft>
              <a:buSzPts val="1500"/>
              <a:buFont typeface="Helvetica Neue"/>
              <a:buNone/>
              <a:defRPr sz="2000"/>
            </a:lvl7pPr>
            <a:lvl8pPr indent="-228600" lvl="7" marL="3657600" algn="l">
              <a:lnSpc>
                <a:spcPct val="100000"/>
              </a:lnSpc>
              <a:spcBef>
                <a:spcPts val="700"/>
              </a:spcBef>
              <a:spcAft>
                <a:spcPts val="0"/>
              </a:spcAft>
              <a:buSzPts val="1500"/>
              <a:buFont typeface="Helvetica Neue"/>
              <a:buNone/>
              <a:defRPr sz="2000"/>
            </a:lvl8pPr>
            <a:lvl9pPr indent="-228600" lvl="8" marL="4114800" algn="l">
              <a:lnSpc>
                <a:spcPct val="100000"/>
              </a:lnSpc>
              <a:spcBef>
                <a:spcPts val="700"/>
              </a:spcBef>
              <a:spcAft>
                <a:spcPts val="0"/>
              </a:spcAft>
              <a:buSzPts val="1500"/>
              <a:buFont typeface="Helvetica Neue"/>
              <a:buNone/>
              <a:defRPr sz="2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8"/>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28"/>
          <p:cNvSpPr txBox="1"/>
          <p:nvPr>
            <p:ph idx="1" type="body"/>
          </p:nvPr>
        </p:nvSpPr>
        <p:spPr>
          <a:xfrm>
            <a:off x="1209675" y="1644651"/>
            <a:ext cx="6057900" cy="6040967"/>
          </a:xfrm>
          <a:prstGeom prst="rect">
            <a:avLst/>
          </a:prstGeom>
          <a:noFill/>
          <a:ln>
            <a:noFill/>
          </a:ln>
        </p:spPr>
        <p:txBody>
          <a:bodyPr anchorCtr="0" anchor="t" bIns="65300" lIns="130600" spcFirstLastPara="1" rIns="130600" wrap="square" tIns="65300">
            <a:noAutofit/>
          </a:bodyPr>
          <a:lstStyle>
            <a:lvl1pPr indent="-457200" lvl="0" marL="457200" algn="l">
              <a:lnSpc>
                <a:spcPct val="100000"/>
              </a:lnSpc>
              <a:spcBef>
                <a:spcPts val="1400"/>
              </a:spcBef>
              <a:spcAft>
                <a:spcPts val="0"/>
              </a:spcAft>
              <a:buSzPts val="3600"/>
              <a:buChar char="●"/>
              <a:defRPr sz="4000"/>
            </a:lvl1pPr>
            <a:lvl2pPr indent="-401319" lvl="1" marL="914400" algn="l">
              <a:lnSpc>
                <a:spcPct val="100000"/>
              </a:lnSpc>
              <a:spcBef>
                <a:spcPts val="1190"/>
              </a:spcBef>
              <a:spcAft>
                <a:spcPts val="0"/>
              </a:spcAft>
              <a:buSzPts val="2720"/>
              <a:buChar char="●"/>
              <a:defRPr sz="3400"/>
            </a:lvl2pPr>
            <a:lvl3pPr indent="-366712" lvl="2" marL="1371600" algn="l">
              <a:lnSpc>
                <a:spcPct val="100000"/>
              </a:lnSpc>
              <a:spcBef>
                <a:spcPts val="1015"/>
              </a:spcBef>
              <a:spcAft>
                <a:spcPts val="0"/>
              </a:spcAft>
              <a:buSzPts val="2175"/>
              <a:buChar char="4"/>
              <a:defRPr sz="2900"/>
            </a:lvl3pPr>
            <a:lvl4pPr indent="-352425" lvl="3" marL="1828800" algn="l">
              <a:lnSpc>
                <a:spcPct val="100000"/>
              </a:lnSpc>
              <a:spcBef>
                <a:spcPts val="910"/>
              </a:spcBef>
              <a:spcAft>
                <a:spcPts val="0"/>
              </a:spcAft>
              <a:buSzPts val="1950"/>
              <a:buFont typeface="Helvetica Neue"/>
              <a:buChar char="–"/>
              <a:defRPr sz="2600"/>
            </a:lvl4pPr>
            <a:lvl5pPr indent="-352425" lvl="4" marL="2286000" algn="l">
              <a:lnSpc>
                <a:spcPct val="100000"/>
              </a:lnSpc>
              <a:spcBef>
                <a:spcPts val="910"/>
              </a:spcBef>
              <a:spcAft>
                <a:spcPts val="0"/>
              </a:spcAft>
              <a:buSzPts val="1950"/>
              <a:buFont typeface="Helvetica Neue"/>
              <a:buChar char="»"/>
              <a:defRPr sz="2600"/>
            </a:lvl5pPr>
            <a:lvl6pPr indent="-352425" lvl="5" marL="2743200" algn="l">
              <a:lnSpc>
                <a:spcPct val="100000"/>
              </a:lnSpc>
              <a:spcBef>
                <a:spcPts val="910"/>
              </a:spcBef>
              <a:spcAft>
                <a:spcPts val="0"/>
              </a:spcAft>
              <a:buSzPts val="1950"/>
              <a:buFont typeface="Helvetica Neue"/>
              <a:buChar char="»"/>
              <a:defRPr sz="2600"/>
            </a:lvl6pPr>
            <a:lvl7pPr indent="-352425" lvl="6" marL="3200400" algn="l">
              <a:lnSpc>
                <a:spcPct val="100000"/>
              </a:lnSpc>
              <a:spcBef>
                <a:spcPts val="910"/>
              </a:spcBef>
              <a:spcAft>
                <a:spcPts val="0"/>
              </a:spcAft>
              <a:buSzPts val="1950"/>
              <a:buFont typeface="Helvetica Neue"/>
              <a:buChar char="»"/>
              <a:defRPr sz="2600"/>
            </a:lvl7pPr>
            <a:lvl8pPr indent="-352425" lvl="7" marL="3657600" algn="l">
              <a:lnSpc>
                <a:spcPct val="100000"/>
              </a:lnSpc>
              <a:spcBef>
                <a:spcPts val="910"/>
              </a:spcBef>
              <a:spcAft>
                <a:spcPts val="0"/>
              </a:spcAft>
              <a:buSzPts val="1950"/>
              <a:buFont typeface="Helvetica Neue"/>
              <a:buChar char="»"/>
              <a:defRPr sz="2600"/>
            </a:lvl8pPr>
            <a:lvl9pPr indent="-352425" lvl="8" marL="4114800" algn="l">
              <a:lnSpc>
                <a:spcPct val="100000"/>
              </a:lnSpc>
              <a:spcBef>
                <a:spcPts val="910"/>
              </a:spcBef>
              <a:spcAft>
                <a:spcPts val="0"/>
              </a:spcAft>
              <a:buSzPts val="1950"/>
              <a:buFont typeface="Helvetica Neue"/>
              <a:buChar char="»"/>
              <a:defRPr sz="2600"/>
            </a:lvl9pPr>
          </a:lstStyle>
          <a:p/>
        </p:txBody>
      </p:sp>
      <p:sp>
        <p:nvSpPr>
          <p:cNvPr id="42" name="Google Shape;42;p28"/>
          <p:cNvSpPr txBox="1"/>
          <p:nvPr>
            <p:ph idx="2" type="body"/>
          </p:nvPr>
        </p:nvSpPr>
        <p:spPr>
          <a:xfrm>
            <a:off x="7496175" y="1644651"/>
            <a:ext cx="6057900" cy="6040967"/>
          </a:xfrm>
          <a:prstGeom prst="rect">
            <a:avLst/>
          </a:prstGeom>
          <a:noFill/>
          <a:ln>
            <a:noFill/>
          </a:ln>
        </p:spPr>
        <p:txBody>
          <a:bodyPr anchorCtr="0" anchor="t" bIns="65300" lIns="130600" spcFirstLastPara="1" rIns="130600" wrap="square" tIns="65300">
            <a:noAutofit/>
          </a:bodyPr>
          <a:lstStyle>
            <a:lvl1pPr indent="-457200" lvl="0" marL="457200" algn="l">
              <a:lnSpc>
                <a:spcPct val="100000"/>
              </a:lnSpc>
              <a:spcBef>
                <a:spcPts val="1400"/>
              </a:spcBef>
              <a:spcAft>
                <a:spcPts val="0"/>
              </a:spcAft>
              <a:buSzPts val="3600"/>
              <a:buChar char="●"/>
              <a:defRPr sz="4000"/>
            </a:lvl1pPr>
            <a:lvl2pPr indent="-401319" lvl="1" marL="914400" algn="l">
              <a:lnSpc>
                <a:spcPct val="100000"/>
              </a:lnSpc>
              <a:spcBef>
                <a:spcPts val="1190"/>
              </a:spcBef>
              <a:spcAft>
                <a:spcPts val="0"/>
              </a:spcAft>
              <a:buSzPts val="2720"/>
              <a:buChar char="●"/>
              <a:defRPr sz="3400"/>
            </a:lvl2pPr>
            <a:lvl3pPr indent="-366712" lvl="2" marL="1371600" algn="l">
              <a:lnSpc>
                <a:spcPct val="100000"/>
              </a:lnSpc>
              <a:spcBef>
                <a:spcPts val="1015"/>
              </a:spcBef>
              <a:spcAft>
                <a:spcPts val="0"/>
              </a:spcAft>
              <a:buSzPts val="2175"/>
              <a:buChar char="4"/>
              <a:defRPr sz="2900"/>
            </a:lvl3pPr>
            <a:lvl4pPr indent="-352425" lvl="3" marL="1828800" algn="l">
              <a:lnSpc>
                <a:spcPct val="100000"/>
              </a:lnSpc>
              <a:spcBef>
                <a:spcPts val="910"/>
              </a:spcBef>
              <a:spcAft>
                <a:spcPts val="0"/>
              </a:spcAft>
              <a:buSzPts val="1950"/>
              <a:buFont typeface="Helvetica Neue"/>
              <a:buChar char="–"/>
              <a:defRPr sz="2600"/>
            </a:lvl4pPr>
            <a:lvl5pPr indent="-352425" lvl="4" marL="2286000" algn="l">
              <a:lnSpc>
                <a:spcPct val="100000"/>
              </a:lnSpc>
              <a:spcBef>
                <a:spcPts val="910"/>
              </a:spcBef>
              <a:spcAft>
                <a:spcPts val="0"/>
              </a:spcAft>
              <a:buSzPts val="1950"/>
              <a:buFont typeface="Helvetica Neue"/>
              <a:buChar char="»"/>
              <a:defRPr sz="2600"/>
            </a:lvl5pPr>
            <a:lvl6pPr indent="-352425" lvl="5" marL="2743200" algn="l">
              <a:lnSpc>
                <a:spcPct val="100000"/>
              </a:lnSpc>
              <a:spcBef>
                <a:spcPts val="910"/>
              </a:spcBef>
              <a:spcAft>
                <a:spcPts val="0"/>
              </a:spcAft>
              <a:buSzPts val="1950"/>
              <a:buFont typeface="Helvetica Neue"/>
              <a:buChar char="»"/>
              <a:defRPr sz="2600"/>
            </a:lvl6pPr>
            <a:lvl7pPr indent="-352425" lvl="6" marL="3200400" algn="l">
              <a:lnSpc>
                <a:spcPct val="100000"/>
              </a:lnSpc>
              <a:spcBef>
                <a:spcPts val="910"/>
              </a:spcBef>
              <a:spcAft>
                <a:spcPts val="0"/>
              </a:spcAft>
              <a:buSzPts val="1950"/>
              <a:buFont typeface="Helvetica Neue"/>
              <a:buChar char="»"/>
              <a:defRPr sz="2600"/>
            </a:lvl7pPr>
            <a:lvl8pPr indent="-352425" lvl="7" marL="3657600" algn="l">
              <a:lnSpc>
                <a:spcPct val="100000"/>
              </a:lnSpc>
              <a:spcBef>
                <a:spcPts val="910"/>
              </a:spcBef>
              <a:spcAft>
                <a:spcPts val="0"/>
              </a:spcAft>
              <a:buSzPts val="1950"/>
              <a:buFont typeface="Helvetica Neue"/>
              <a:buChar char="»"/>
              <a:defRPr sz="2600"/>
            </a:lvl8pPr>
            <a:lvl9pPr indent="-352425" lvl="8" marL="4114800" algn="l">
              <a:lnSpc>
                <a:spcPct val="100000"/>
              </a:lnSpc>
              <a:spcBef>
                <a:spcPts val="910"/>
              </a:spcBef>
              <a:spcAft>
                <a:spcPts val="0"/>
              </a:spcAft>
              <a:buSzPts val="1950"/>
              <a:buFont typeface="Helvetica Neue"/>
              <a:buChar char="»"/>
              <a:defRPr sz="2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9"/>
          <p:cNvSpPr txBox="1"/>
          <p:nvPr>
            <p:ph type="title"/>
          </p:nvPr>
        </p:nvSpPr>
        <p:spPr>
          <a:xfrm>
            <a:off x="685800" y="366184"/>
            <a:ext cx="12344400" cy="1524000"/>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29"/>
          <p:cNvSpPr txBox="1"/>
          <p:nvPr>
            <p:ph idx="1" type="body"/>
          </p:nvPr>
        </p:nvSpPr>
        <p:spPr>
          <a:xfrm>
            <a:off x="685800" y="2046817"/>
            <a:ext cx="6060282" cy="853016"/>
          </a:xfrm>
          <a:prstGeom prst="rect">
            <a:avLst/>
          </a:prstGeom>
          <a:noFill/>
          <a:ln>
            <a:noFill/>
          </a:ln>
        </p:spPr>
        <p:txBody>
          <a:bodyPr anchorCtr="0" anchor="b" bIns="65300" lIns="130600" spcFirstLastPara="1" rIns="130600" wrap="square" tIns="65300">
            <a:noAutofit/>
          </a:bodyPr>
          <a:lstStyle>
            <a:lvl1pPr indent="-228600" lvl="0" marL="457200" algn="l">
              <a:lnSpc>
                <a:spcPct val="100000"/>
              </a:lnSpc>
              <a:spcBef>
                <a:spcPts val="1190"/>
              </a:spcBef>
              <a:spcAft>
                <a:spcPts val="0"/>
              </a:spcAft>
              <a:buSzPts val="3060"/>
              <a:buNone/>
              <a:defRPr b="1" sz="3400"/>
            </a:lvl1pPr>
            <a:lvl2pPr indent="-228600" lvl="1" marL="914400" algn="l">
              <a:lnSpc>
                <a:spcPct val="100000"/>
              </a:lnSpc>
              <a:spcBef>
                <a:spcPts val="1015"/>
              </a:spcBef>
              <a:spcAft>
                <a:spcPts val="0"/>
              </a:spcAft>
              <a:buSzPts val="2320"/>
              <a:buNone/>
              <a:defRPr b="1" sz="2900"/>
            </a:lvl2pPr>
            <a:lvl3pPr indent="-228600" lvl="2" marL="1371600" algn="l">
              <a:lnSpc>
                <a:spcPct val="100000"/>
              </a:lnSpc>
              <a:spcBef>
                <a:spcPts val="910"/>
              </a:spcBef>
              <a:spcAft>
                <a:spcPts val="0"/>
              </a:spcAft>
              <a:buSzPts val="1950"/>
              <a:buNone/>
              <a:defRPr b="1" sz="2600"/>
            </a:lvl3pPr>
            <a:lvl4pPr indent="-228600" lvl="3" marL="1828800" algn="l">
              <a:lnSpc>
                <a:spcPct val="100000"/>
              </a:lnSpc>
              <a:spcBef>
                <a:spcPts val="805"/>
              </a:spcBef>
              <a:spcAft>
                <a:spcPts val="0"/>
              </a:spcAft>
              <a:buSzPts val="1725"/>
              <a:buFont typeface="Helvetica Neue"/>
              <a:buNone/>
              <a:defRPr b="1" sz="2300"/>
            </a:lvl4pPr>
            <a:lvl5pPr indent="-228600" lvl="4" marL="2286000" algn="l">
              <a:lnSpc>
                <a:spcPct val="100000"/>
              </a:lnSpc>
              <a:spcBef>
                <a:spcPts val="805"/>
              </a:spcBef>
              <a:spcAft>
                <a:spcPts val="0"/>
              </a:spcAft>
              <a:buSzPts val="1725"/>
              <a:buFont typeface="Helvetica Neue"/>
              <a:buNone/>
              <a:defRPr b="1" sz="2300"/>
            </a:lvl5pPr>
            <a:lvl6pPr indent="-228600" lvl="5" marL="2743200" algn="l">
              <a:lnSpc>
                <a:spcPct val="100000"/>
              </a:lnSpc>
              <a:spcBef>
                <a:spcPts val="805"/>
              </a:spcBef>
              <a:spcAft>
                <a:spcPts val="0"/>
              </a:spcAft>
              <a:buSzPts val="1725"/>
              <a:buFont typeface="Helvetica Neue"/>
              <a:buNone/>
              <a:defRPr b="1" sz="2300"/>
            </a:lvl6pPr>
            <a:lvl7pPr indent="-228600" lvl="6" marL="3200400" algn="l">
              <a:lnSpc>
                <a:spcPct val="100000"/>
              </a:lnSpc>
              <a:spcBef>
                <a:spcPts val="805"/>
              </a:spcBef>
              <a:spcAft>
                <a:spcPts val="0"/>
              </a:spcAft>
              <a:buSzPts val="1725"/>
              <a:buFont typeface="Helvetica Neue"/>
              <a:buNone/>
              <a:defRPr b="1" sz="2300"/>
            </a:lvl7pPr>
            <a:lvl8pPr indent="-228600" lvl="7" marL="3657600" algn="l">
              <a:lnSpc>
                <a:spcPct val="100000"/>
              </a:lnSpc>
              <a:spcBef>
                <a:spcPts val="805"/>
              </a:spcBef>
              <a:spcAft>
                <a:spcPts val="0"/>
              </a:spcAft>
              <a:buSzPts val="1725"/>
              <a:buFont typeface="Helvetica Neue"/>
              <a:buNone/>
              <a:defRPr b="1" sz="2300"/>
            </a:lvl8pPr>
            <a:lvl9pPr indent="-228600" lvl="8" marL="4114800" algn="l">
              <a:lnSpc>
                <a:spcPct val="100000"/>
              </a:lnSpc>
              <a:spcBef>
                <a:spcPts val="805"/>
              </a:spcBef>
              <a:spcAft>
                <a:spcPts val="0"/>
              </a:spcAft>
              <a:buSzPts val="1725"/>
              <a:buFont typeface="Helvetica Neue"/>
              <a:buNone/>
              <a:defRPr b="1" sz="2300"/>
            </a:lvl9pPr>
          </a:lstStyle>
          <a:p/>
        </p:txBody>
      </p:sp>
      <p:sp>
        <p:nvSpPr>
          <p:cNvPr id="46" name="Google Shape;46;p29"/>
          <p:cNvSpPr txBox="1"/>
          <p:nvPr>
            <p:ph idx="2" type="body"/>
          </p:nvPr>
        </p:nvSpPr>
        <p:spPr>
          <a:xfrm>
            <a:off x="685800" y="2899833"/>
            <a:ext cx="6060282" cy="5268384"/>
          </a:xfrm>
          <a:prstGeom prst="rect">
            <a:avLst/>
          </a:prstGeom>
          <a:noFill/>
          <a:ln>
            <a:noFill/>
          </a:ln>
        </p:spPr>
        <p:txBody>
          <a:bodyPr anchorCtr="0" anchor="t" bIns="65300" lIns="130600" spcFirstLastPara="1" rIns="130600" wrap="square" tIns="65300">
            <a:noAutofit/>
          </a:bodyPr>
          <a:lstStyle>
            <a:lvl1pPr indent="-422910" lvl="0" marL="457200" algn="l">
              <a:lnSpc>
                <a:spcPct val="100000"/>
              </a:lnSpc>
              <a:spcBef>
                <a:spcPts val="1190"/>
              </a:spcBef>
              <a:spcAft>
                <a:spcPts val="0"/>
              </a:spcAft>
              <a:buSzPts val="3060"/>
              <a:buChar char="●"/>
              <a:defRPr sz="3400"/>
            </a:lvl1pPr>
            <a:lvl2pPr indent="-375919" lvl="1" marL="914400" algn="l">
              <a:lnSpc>
                <a:spcPct val="100000"/>
              </a:lnSpc>
              <a:spcBef>
                <a:spcPts val="1015"/>
              </a:spcBef>
              <a:spcAft>
                <a:spcPts val="0"/>
              </a:spcAft>
              <a:buSzPts val="2320"/>
              <a:buChar char="●"/>
              <a:defRPr sz="2900"/>
            </a:lvl2pPr>
            <a:lvl3pPr indent="-352425" lvl="2" marL="1371600" algn="l">
              <a:lnSpc>
                <a:spcPct val="100000"/>
              </a:lnSpc>
              <a:spcBef>
                <a:spcPts val="910"/>
              </a:spcBef>
              <a:spcAft>
                <a:spcPts val="0"/>
              </a:spcAft>
              <a:buSzPts val="1950"/>
              <a:buChar char="4"/>
              <a:defRPr sz="2600"/>
            </a:lvl3pPr>
            <a:lvl4pPr indent="-338137" lvl="3" marL="1828800" algn="l">
              <a:lnSpc>
                <a:spcPct val="100000"/>
              </a:lnSpc>
              <a:spcBef>
                <a:spcPts val="805"/>
              </a:spcBef>
              <a:spcAft>
                <a:spcPts val="0"/>
              </a:spcAft>
              <a:buSzPts val="1725"/>
              <a:buFont typeface="Helvetica Neue"/>
              <a:buChar char="–"/>
              <a:defRPr sz="2300"/>
            </a:lvl4pPr>
            <a:lvl5pPr indent="-338137" lvl="4" marL="2286000" algn="l">
              <a:lnSpc>
                <a:spcPct val="100000"/>
              </a:lnSpc>
              <a:spcBef>
                <a:spcPts val="805"/>
              </a:spcBef>
              <a:spcAft>
                <a:spcPts val="0"/>
              </a:spcAft>
              <a:buSzPts val="1725"/>
              <a:buFont typeface="Helvetica Neue"/>
              <a:buChar char="»"/>
              <a:defRPr sz="2300"/>
            </a:lvl5pPr>
            <a:lvl6pPr indent="-338137" lvl="5" marL="2743200" algn="l">
              <a:lnSpc>
                <a:spcPct val="100000"/>
              </a:lnSpc>
              <a:spcBef>
                <a:spcPts val="805"/>
              </a:spcBef>
              <a:spcAft>
                <a:spcPts val="0"/>
              </a:spcAft>
              <a:buSzPts val="1725"/>
              <a:buFont typeface="Helvetica Neue"/>
              <a:buChar char="»"/>
              <a:defRPr sz="2300"/>
            </a:lvl6pPr>
            <a:lvl7pPr indent="-338137" lvl="6" marL="3200400" algn="l">
              <a:lnSpc>
                <a:spcPct val="100000"/>
              </a:lnSpc>
              <a:spcBef>
                <a:spcPts val="805"/>
              </a:spcBef>
              <a:spcAft>
                <a:spcPts val="0"/>
              </a:spcAft>
              <a:buSzPts val="1725"/>
              <a:buFont typeface="Helvetica Neue"/>
              <a:buChar char="»"/>
              <a:defRPr sz="2300"/>
            </a:lvl7pPr>
            <a:lvl8pPr indent="-338137" lvl="7" marL="3657600" algn="l">
              <a:lnSpc>
                <a:spcPct val="100000"/>
              </a:lnSpc>
              <a:spcBef>
                <a:spcPts val="805"/>
              </a:spcBef>
              <a:spcAft>
                <a:spcPts val="0"/>
              </a:spcAft>
              <a:buSzPts val="1725"/>
              <a:buFont typeface="Helvetica Neue"/>
              <a:buChar char="»"/>
              <a:defRPr sz="2300"/>
            </a:lvl8pPr>
            <a:lvl9pPr indent="-338137" lvl="8" marL="4114800" algn="l">
              <a:lnSpc>
                <a:spcPct val="100000"/>
              </a:lnSpc>
              <a:spcBef>
                <a:spcPts val="805"/>
              </a:spcBef>
              <a:spcAft>
                <a:spcPts val="0"/>
              </a:spcAft>
              <a:buSzPts val="1725"/>
              <a:buFont typeface="Helvetica Neue"/>
              <a:buChar char="»"/>
              <a:defRPr sz="2300"/>
            </a:lvl9pPr>
          </a:lstStyle>
          <a:p/>
        </p:txBody>
      </p:sp>
      <p:sp>
        <p:nvSpPr>
          <p:cNvPr id="47" name="Google Shape;47;p29"/>
          <p:cNvSpPr txBox="1"/>
          <p:nvPr>
            <p:ph idx="3" type="body"/>
          </p:nvPr>
        </p:nvSpPr>
        <p:spPr>
          <a:xfrm>
            <a:off x="6967538" y="2046817"/>
            <a:ext cx="6062663" cy="853016"/>
          </a:xfrm>
          <a:prstGeom prst="rect">
            <a:avLst/>
          </a:prstGeom>
          <a:noFill/>
          <a:ln>
            <a:noFill/>
          </a:ln>
        </p:spPr>
        <p:txBody>
          <a:bodyPr anchorCtr="0" anchor="b" bIns="65300" lIns="130600" spcFirstLastPara="1" rIns="130600" wrap="square" tIns="65300">
            <a:noAutofit/>
          </a:bodyPr>
          <a:lstStyle>
            <a:lvl1pPr indent="-228600" lvl="0" marL="457200" algn="l">
              <a:lnSpc>
                <a:spcPct val="100000"/>
              </a:lnSpc>
              <a:spcBef>
                <a:spcPts val="1190"/>
              </a:spcBef>
              <a:spcAft>
                <a:spcPts val="0"/>
              </a:spcAft>
              <a:buSzPts val="3060"/>
              <a:buNone/>
              <a:defRPr b="1" sz="3400"/>
            </a:lvl1pPr>
            <a:lvl2pPr indent="-228600" lvl="1" marL="914400" algn="l">
              <a:lnSpc>
                <a:spcPct val="100000"/>
              </a:lnSpc>
              <a:spcBef>
                <a:spcPts val="1015"/>
              </a:spcBef>
              <a:spcAft>
                <a:spcPts val="0"/>
              </a:spcAft>
              <a:buSzPts val="2320"/>
              <a:buNone/>
              <a:defRPr b="1" sz="2900"/>
            </a:lvl2pPr>
            <a:lvl3pPr indent="-228600" lvl="2" marL="1371600" algn="l">
              <a:lnSpc>
                <a:spcPct val="100000"/>
              </a:lnSpc>
              <a:spcBef>
                <a:spcPts val="910"/>
              </a:spcBef>
              <a:spcAft>
                <a:spcPts val="0"/>
              </a:spcAft>
              <a:buSzPts val="1950"/>
              <a:buNone/>
              <a:defRPr b="1" sz="2600"/>
            </a:lvl3pPr>
            <a:lvl4pPr indent="-228600" lvl="3" marL="1828800" algn="l">
              <a:lnSpc>
                <a:spcPct val="100000"/>
              </a:lnSpc>
              <a:spcBef>
                <a:spcPts val="805"/>
              </a:spcBef>
              <a:spcAft>
                <a:spcPts val="0"/>
              </a:spcAft>
              <a:buSzPts val="1725"/>
              <a:buFont typeface="Helvetica Neue"/>
              <a:buNone/>
              <a:defRPr b="1" sz="2300"/>
            </a:lvl4pPr>
            <a:lvl5pPr indent="-228600" lvl="4" marL="2286000" algn="l">
              <a:lnSpc>
                <a:spcPct val="100000"/>
              </a:lnSpc>
              <a:spcBef>
                <a:spcPts val="805"/>
              </a:spcBef>
              <a:spcAft>
                <a:spcPts val="0"/>
              </a:spcAft>
              <a:buSzPts val="1725"/>
              <a:buFont typeface="Helvetica Neue"/>
              <a:buNone/>
              <a:defRPr b="1" sz="2300"/>
            </a:lvl5pPr>
            <a:lvl6pPr indent="-228600" lvl="5" marL="2743200" algn="l">
              <a:lnSpc>
                <a:spcPct val="100000"/>
              </a:lnSpc>
              <a:spcBef>
                <a:spcPts val="805"/>
              </a:spcBef>
              <a:spcAft>
                <a:spcPts val="0"/>
              </a:spcAft>
              <a:buSzPts val="1725"/>
              <a:buFont typeface="Helvetica Neue"/>
              <a:buNone/>
              <a:defRPr b="1" sz="2300"/>
            </a:lvl6pPr>
            <a:lvl7pPr indent="-228600" lvl="6" marL="3200400" algn="l">
              <a:lnSpc>
                <a:spcPct val="100000"/>
              </a:lnSpc>
              <a:spcBef>
                <a:spcPts val="805"/>
              </a:spcBef>
              <a:spcAft>
                <a:spcPts val="0"/>
              </a:spcAft>
              <a:buSzPts val="1725"/>
              <a:buFont typeface="Helvetica Neue"/>
              <a:buNone/>
              <a:defRPr b="1" sz="2300"/>
            </a:lvl7pPr>
            <a:lvl8pPr indent="-228600" lvl="7" marL="3657600" algn="l">
              <a:lnSpc>
                <a:spcPct val="100000"/>
              </a:lnSpc>
              <a:spcBef>
                <a:spcPts val="805"/>
              </a:spcBef>
              <a:spcAft>
                <a:spcPts val="0"/>
              </a:spcAft>
              <a:buSzPts val="1725"/>
              <a:buFont typeface="Helvetica Neue"/>
              <a:buNone/>
              <a:defRPr b="1" sz="2300"/>
            </a:lvl8pPr>
            <a:lvl9pPr indent="-228600" lvl="8" marL="4114800" algn="l">
              <a:lnSpc>
                <a:spcPct val="100000"/>
              </a:lnSpc>
              <a:spcBef>
                <a:spcPts val="805"/>
              </a:spcBef>
              <a:spcAft>
                <a:spcPts val="0"/>
              </a:spcAft>
              <a:buSzPts val="1725"/>
              <a:buFont typeface="Helvetica Neue"/>
              <a:buNone/>
              <a:defRPr b="1" sz="2300"/>
            </a:lvl9pPr>
          </a:lstStyle>
          <a:p/>
        </p:txBody>
      </p:sp>
      <p:sp>
        <p:nvSpPr>
          <p:cNvPr id="48" name="Google Shape;48;p29"/>
          <p:cNvSpPr txBox="1"/>
          <p:nvPr>
            <p:ph idx="4" type="body"/>
          </p:nvPr>
        </p:nvSpPr>
        <p:spPr>
          <a:xfrm>
            <a:off x="6967538" y="2899833"/>
            <a:ext cx="6062663" cy="5268384"/>
          </a:xfrm>
          <a:prstGeom prst="rect">
            <a:avLst/>
          </a:prstGeom>
          <a:noFill/>
          <a:ln>
            <a:noFill/>
          </a:ln>
        </p:spPr>
        <p:txBody>
          <a:bodyPr anchorCtr="0" anchor="t" bIns="65300" lIns="130600" spcFirstLastPara="1" rIns="130600" wrap="square" tIns="65300">
            <a:noAutofit/>
          </a:bodyPr>
          <a:lstStyle>
            <a:lvl1pPr indent="-422910" lvl="0" marL="457200" algn="l">
              <a:lnSpc>
                <a:spcPct val="100000"/>
              </a:lnSpc>
              <a:spcBef>
                <a:spcPts val="1190"/>
              </a:spcBef>
              <a:spcAft>
                <a:spcPts val="0"/>
              </a:spcAft>
              <a:buSzPts val="3060"/>
              <a:buChar char="●"/>
              <a:defRPr sz="3400"/>
            </a:lvl1pPr>
            <a:lvl2pPr indent="-375919" lvl="1" marL="914400" algn="l">
              <a:lnSpc>
                <a:spcPct val="100000"/>
              </a:lnSpc>
              <a:spcBef>
                <a:spcPts val="1015"/>
              </a:spcBef>
              <a:spcAft>
                <a:spcPts val="0"/>
              </a:spcAft>
              <a:buSzPts val="2320"/>
              <a:buChar char="●"/>
              <a:defRPr sz="2900"/>
            </a:lvl2pPr>
            <a:lvl3pPr indent="-352425" lvl="2" marL="1371600" algn="l">
              <a:lnSpc>
                <a:spcPct val="100000"/>
              </a:lnSpc>
              <a:spcBef>
                <a:spcPts val="910"/>
              </a:spcBef>
              <a:spcAft>
                <a:spcPts val="0"/>
              </a:spcAft>
              <a:buSzPts val="1950"/>
              <a:buChar char="4"/>
              <a:defRPr sz="2600"/>
            </a:lvl3pPr>
            <a:lvl4pPr indent="-338137" lvl="3" marL="1828800" algn="l">
              <a:lnSpc>
                <a:spcPct val="100000"/>
              </a:lnSpc>
              <a:spcBef>
                <a:spcPts val="805"/>
              </a:spcBef>
              <a:spcAft>
                <a:spcPts val="0"/>
              </a:spcAft>
              <a:buSzPts val="1725"/>
              <a:buFont typeface="Helvetica Neue"/>
              <a:buChar char="–"/>
              <a:defRPr sz="2300"/>
            </a:lvl4pPr>
            <a:lvl5pPr indent="-338137" lvl="4" marL="2286000" algn="l">
              <a:lnSpc>
                <a:spcPct val="100000"/>
              </a:lnSpc>
              <a:spcBef>
                <a:spcPts val="805"/>
              </a:spcBef>
              <a:spcAft>
                <a:spcPts val="0"/>
              </a:spcAft>
              <a:buSzPts val="1725"/>
              <a:buFont typeface="Helvetica Neue"/>
              <a:buChar char="»"/>
              <a:defRPr sz="2300"/>
            </a:lvl5pPr>
            <a:lvl6pPr indent="-338137" lvl="5" marL="2743200" algn="l">
              <a:lnSpc>
                <a:spcPct val="100000"/>
              </a:lnSpc>
              <a:spcBef>
                <a:spcPts val="805"/>
              </a:spcBef>
              <a:spcAft>
                <a:spcPts val="0"/>
              </a:spcAft>
              <a:buSzPts val="1725"/>
              <a:buFont typeface="Helvetica Neue"/>
              <a:buChar char="»"/>
              <a:defRPr sz="2300"/>
            </a:lvl6pPr>
            <a:lvl7pPr indent="-338137" lvl="6" marL="3200400" algn="l">
              <a:lnSpc>
                <a:spcPct val="100000"/>
              </a:lnSpc>
              <a:spcBef>
                <a:spcPts val="805"/>
              </a:spcBef>
              <a:spcAft>
                <a:spcPts val="0"/>
              </a:spcAft>
              <a:buSzPts val="1725"/>
              <a:buFont typeface="Helvetica Neue"/>
              <a:buChar char="»"/>
              <a:defRPr sz="2300"/>
            </a:lvl7pPr>
            <a:lvl8pPr indent="-338137" lvl="7" marL="3657600" algn="l">
              <a:lnSpc>
                <a:spcPct val="100000"/>
              </a:lnSpc>
              <a:spcBef>
                <a:spcPts val="805"/>
              </a:spcBef>
              <a:spcAft>
                <a:spcPts val="0"/>
              </a:spcAft>
              <a:buSzPts val="1725"/>
              <a:buFont typeface="Helvetica Neue"/>
              <a:buChar char="»"/>
              <a:defRPr sz="2300"/>
            </a:lvl8pPr>
            <a:lvl9pPr indent="-338137" lvl="8" marL="4114800" algn="l">
              <a:lnSpc>
                <a:spcPct val="100000"/>
              </a:lnSpc>
              <a:spcBef>
                <a:spcPts val="805"/>
              </a:spcBef>
              <a:spcAft>
                <a:spcPts val="0"/>
              </a:spcAft>
              <a:buSzPts val="1725"/>
              <a:buFont typeface="Helvetica Neue"/>
              <a:buChar char="»"/>
              <a:defRPr sz="23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31"/>
          <p:cNvSpPr txBox="1"/>
          <p:nvPr>
            <p:ph type="title"/>
          </p:nvPr>
        </p:nvSpPr>
        <p:spPr>
          <a:xfrm>
            <a:off x="685801" y="364067"/>
            <a:ext cx="4512470" cy="1549400"/>
          </a:xfrm>
          <a:prstGeom prst="rect">
            <a:avLst/>
          </a:prstGeom>
          <a:noFill/>
          <a:ln>
            <a:noFill/>
          </a:ln>
        </p:spPr>
        <p:txBody>
          <a:bodyPr anchorCtr="0" anchor="b" bIns="65300" lIns="130600" spcFirstLastPara="1" rIns="130600" wrap="square" tIns="65300">
            <a:noAutofit/>
          </a:bodyPr>
          <a:lstStyle>
            <a:lvl1pPr lvl="0" algn="l">
              <a:lnSpc>
                <a:spcPct val="100000"/>
              </a:lnSpc>
              <a:spcBef>
                <a:spcPts val="0"/>
              </a:spcBef>
              <a:spcAft>
                <a:spcPts val="0"/>
              </a:spcAft>
              <a:buSzPts val="1400"/>
              <a:buNone/>
              <a:defRPr b="1" sz="29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31"/>
          <p:cNvSpPr txBox="1"/>
          <p:nvPr>
            <p:ph idx="1" type="body"/>
          </p:nvPr>
        </p:nvSpPr>
        <p:spPr>
          <a:xfrm>
            <a:off x="5362575" y="364067"/>
            <a:ext cx="7667625" cy="7804151"/>
          </a:xfrm>
          <a:prstGeom prst="rect">
            <a:avLst/>
          </a:prstGeom>
          <a:noFill/>
          <a:ln>
            <a:noFill/>
          </a:ln>
        </p:spPr>
        <p:txBody>
          <a:bodyPr anchorCtr="0" anchor="t" bIns="65300" lIns="130600" spcFirstLastPara="1" rIns="130600" wrap="square" tIns="65300">
            <a:noAutofit/>
          </a:bodyPr>
          <a:lstStyle>
            <a:lvl1pPr indent="-491490" lvl="0" marL="457200" algn="l">
              <a:lnSpc>
                <a:spcPct val="100000"/>
              </a:lnSpc>
              <a:spcBef>
                <a:spcPts val="1610"/>
              </a:spcBef>
              <a:spcAft>
                <a:spcPts val="0"/>
              </a:spcAft>
              <a:buSzPts val="4140"/>
              <a:buChar char="●"/>
              <a:defRPr sz="4600"/>
            </a:lvl1pPr>
            <a:lvl2pPr indent="-431800" lvl="1" marL="914400" algn="l">
              <a:lnSpc>
                <a:spcPct val="100000"/>
              </a:lnSpc>
              <a:spcBef>
                <a:spcPts val="1400"/>
              </a:spcBef>
              <a:spcAft>
                <a:spcPts val="0"/>
              </a:spcAft>
              <a:buSzPts val="3200"/>
              <a:buChar char="●"/>
              <a:defRPr sz="4000"/>
            </a:lvl2pPr>
            <a:lvl3pPr indent="-390525" lvl="2" marL="1371600" algn="l">
              <a:lnSpc>
                <a:spcPct val="100000"/>
              </a:lnSpc>
              <a:spcBef>
                <a:spcPts val="1190"/>
              </a:spcBef>
              <a:spcAft>
                <a:spcPts val="0"/>
              </a:spcAft>
              <a:buSzPts val="2550"/>
              <a:buChar char="4"/>
              <a:defRPr sz="3400"/>
            </a:lvl3pPr>
            <a:lvl4pPr indent="-366712" lvl="3" marL="1828800" algn="l">
              <a:lnSpc>
                <a:spcPct val="100000"/>
              </a:lnSpc>
              <a:spcBef>
                <a:spcPts val="1015"/>
              </a:spcBef>
              <a:spcAft>
                <a:spcPts val="0"/>
              </a:spcAft>
              <a:buSzPts val="2175"/>
              <a:buFont typeface="Helvetica Neue"/>
              <a:buChar char="–"/>
              <a:defRPr sz="2900"/>
            </a:lvl4pPr>
            <a:lvl5pPr indent="-366712" lvl="4" marL="2286000" algn="l">
              <a:lnSpc>
                <a:spcPct val="100000"/>
              </a:lnSpc>
              <a:spcBef>
                <a:spcPts val="1015"/>
              </a:spcBef>
              <a:spcAft>
                <a:spcPts val="0"/>
              </a:spcAft>
              <a:buSzPts val="2175"/>
              <a:buFont typeface="Helvetica Neue"/>
              <a:buChar char="»"/>
              <a:defRPr sz="2900"/>
            </a:lvl5pPr>
            <a:lvl6pPr indent="-366712" lvl="5" marL="2743200" algn="l">
              <a:lnSpc>
                <a:spcPct val="100000"/>
              </a:lnSpc>
              <a:spcBef>
                <a:spcPts val="1015"/>
              </a:spcBef>
              <a:spcAft>
                <a:spcPts val="0"/>
              </a:spcAft>
              <a:buSzPts val="2175"/>
              <a:buFont typeface="Helvetica Neue"/>
              <a:buChar char="»"/>
              <a:defRPr sz="2900"/>
            </a:lvl6pPr>
            <a:lvl7pPr indent="-366712" lvl="6" marL="3200400" algn="l">
              <a:lnSpc>
                <a:spcPct val="100000"/>
              </a:lnSpc>
              <a:spcBef>
                <a:spcPts val="1015"/>
              </a:spcBef>
              <a:spcAft>
                <a:spcPts val="0"/>
              </a:spcAft>
              <a:buSzPts val="2175"/>
              <a:buFont typeface="Helvetica Neue"/>
              <a:buChar char="»"/>
              <a:defRPr sz="2900"/>
            </a:lvl7pPr>
            <a:lvl8pPr indent="-366712" lvl="7" marL="3657600" algn="l">
              <a:lnSpc>
                <a:spcPct val="100000"/>
              </a:lnSpc>
              <a:spcBef>
                <a:spcPts val="1015"/>
              </a:spcBef>
              <a:spcAft>
                <a:spcPts val="0"/>
              </a:spcAft>
              <a:buSzPts val="2175"/>
              <a:buFont typeface="Helvetica Neue"/>
              <a:buChar char="»"/>
              <a:defRPr sz="2900"/>
            </a:lvl8pPr>
            <a:lvl9pPr indent="-366712" lvl="8" marL="4114800" algn="l">
              <a:lnSpc>
                <a:spcPct val="100000"/>
              </a:lnSpc>
              <a:spcBef>
                <a:spcPts val="1015"/>
              </a:spcBef>
              <a:spcAft>
                <a:spcPts val="0"/>
              </a:spcAft>
              <a:buSzPts val="2175"/>
              <a:buFont typeface="Helvetica Neue"/>
              <a:buChar char="»"/>
              <a:defRPr sz="2900"/>
            </a:lvl9pPr>
          </a:lstStyle>
          <a:p/>
        </p:txBody>
      </p:sp>
      <p:sp>
        <p:nvSpPr>
          <p:cNvPr id="53" name="Google Shape;53;p31"/>
          <p:cNvSpPr txBox="1"/>
          <p:nvPr>
            <p:ph idx="2" type="body"/>
          </p:nvPr>
        </p:nvSpPr>
        <p:spPr>
          <a:xfrm>
            <a:off x="685801" y="1913467"/>
            <a:ext cx="4512470" cy="6254751"/>
          </a:xfrm>
          <a:prstGeom prst="rect">
            <a:avLst/>
          </a:prstGeom>
          <a:noFill/>
          <a:ln>
            <a:noFill/>
          </a:ln>
        </p:spPr>
        <p:txBody>
          <a:bodyPr anchorCtr="0" anchor="t" bIns="65300" lIns="130600" spcFirstLastPara="1" rIns="130600" wrap="square" tIns="65300">
            <a:noAutofit/>
          </a:bodyPr>
          <a:lstStyle>
            <a:lvl1pPr indent="-228600" lvl="0" marL="457200" algn="l">
              <a:lnSpc>
                <a:spcPct val="100000"/>
              </a:lnSpc>
              <a:spcBef>
                <a:spcPts val="700"/>
              </a:spcBef>
              <a:spcAft>
                <a:spcPts val="0"/>
              </a:spcAft>
              <a:buSzPts val="1800"/>
              <a:buNone/>
              <a:defRPr sz="2000"/>
            </a:lvl1pPr>
            <a:lvl2pPr indent="-228600" lvl="1" marL="914400" algn="l">
              <a:lnSpc>
                <a:spcPct val="100000"/>
              </a:lnSpc>
              <a:spcBef>
                <a:spcPts val="595"/>
              </a:spcBef>
              <a:spcAft>
                <a:spcPts val="0"/>
              </a:spcAft>
              <a:buSzPts val="1360"/>
              <a:buNone/>
              <a:defRPr sz="1700"/>
            </a:lvl2pPr>
            <a:lvl3pPr indent="-228600" lvl="2" marL="1371600" algn="l">
              <a:lnSpc>
                <a:spcPct val="100000"/>
              </a:lnSpc>
              <a:spcBef>
                <a:spcPts val="490"/>
              </a:spcBef>
              <a:spcAft>
                <a:spcPts val="0"/>
              </a:spcAft>
              <a:buSzPts val="1050"/>
              <a:buNone/>
              <a:defRPr sz="1400"/>
            </a:lvl3pPr>
            <a:lvl4pPr indent="-228600" lvl="3" marL="1828800" algn="l">
              <a:lnSpc>
                <a:spcPct val="100000"/>
              </a:lnSpc>
              <a:spcBef>
                <a:spcPts val="455"/>
              </a:spcBef>
              <a:spcAft>
                <a:spcPts val="0"/>
              </a:spcAft>
              <a:buSzPts val="975"/>
              <a:buFont typeface="Helvetica Neue"/>
              <a:buNone/>
              <a:defRPr sz="1300"/>
            </a:lvl4pPr>
            <a:lvl5pPr indent="-228600" lvl="4" marL="2286000" algn="l">
              <a:lnSpc>
                <a:spcPct val="100000"/>
              </a:lnSpc>
              <a:spcBef>
                <a:spcPts val="455"/>
              </a:spcBef>
              <a:spcAft>
                <a:spcPts val="0"/>
              </a:spcAft>
              <a:buSzPts val="975"/>
              <a:buFont typeface="Helvetica Neue"/>
              <a:buNone/>
              <a:defRPr sz="1300"/>
            </a:lvl5pPr>
            <a:lvl6pPr indent="-228600" lvl="5" marL="2743200" algn="l">
              <a:lnSpc>
                <a:spcPct val="100000"/>
              </a:lnSpc>
              <a:spcBef>
                <a:spcPts val="455"/>
              </a:spcBef>
              <a:spcAft>
                <a:spcPts val="0"/>
              </a:spcAft>
              <a:buSzPts val="975"/>
              <a:buFont typeface="Helvetica Neue"/>
              <a:buNone/>
              <a:defRPr sz="1300"/>
            </a:lvl6pPr>
            <a:lvl7pPr indent="-228600" lvl="6" marL="3200400" algn="l">
              <a:lnSpc>
                <a:spcPct val="100000"/>
              </a:lnSpc>
              <a:spcBef>
                <a:spcPts val="455"/>
              </a:spcBef>
              <a:spcAft>
                <a:spcPts val="0"/>
              </a:spcAft>
              <a:buSzPts val="975"/>
              <a:buFont typeface="Helvetica Neue"/>
              <a:buNone/>
              <a:defRPr sz="1300"/>
            </a:lvl7pPr>
            <a:lvl8pPr indent="-228600" lvl="7" marL="3657600" algn="l">
              <a:lnSpc>
                <a:spcPct val="100000"/>
              </a:lnSpc>
              <a:spcBef>
                <a:spcPts val="455"/>
              </a:spcBef>
              <a:spcAft>
                <a:spcPts val="0"/>
              </a:spcAft>
              <a:buSzPts val="975"/>
              <a:buFont typeface="Helvetica Neue"/>
              <a:buNone/>
              <a:defRPr sz="1300"/>
            </a:lvl8pPr>
            <a:lvl9pPr indent="-228600" lvl="8" marL="4114800" algn="l">
              <a:lnSpc>
                <a:spcPct val="100000"/>
              </a:lnSpc>
              <a:spcBef>
                <a:spcPts val="455"/>
              </a:spcBef>
              <a:spcAft>
                <a:spcPts val="0"/>
              </a:spcAft>
              <a:buSzPts val="975"/>
              <a:buFont typeface="Helvetica Neue"/>
              <a:buNone/>
              <a:defRPr sz="13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2688432" y="6400800"/>
            <a:ext cx="8229600" cy="755651"/>
          </a:xfrm>
          <a:prstGeom prst="rect">
            <a:avLst/>
          </a:prstGeom>
          <a:noFill/>
          <a:ln>
            <a:noFill/>
          </a:ln>
        </p:spPr>
        <p:txBody>
          <a:bodyPr anchorCtr="0" anchor="b" bIns="65300" lIns="130600" spcFirstLastPara="1" rIns="130600" wrap="square" tIns="65300">
            <a:noAutofit/>
          </a:bodyPr>
          <a:lstStyle>
            <a:lvl1pPr lvl="0" algn="l">
              <a:lnSpc>
                <a:spcPct val="100000"/>
              </a:lnSpc>
              <a:spcBef>
                <a:spcPts val="0"/>
              </a:spcBef>
              <a:spcAft>
                <a:spcPts val="0"/>
              </a:spcAft>
              <a:buSzPts val="1400"/>
              <a:buNone/>
              <a:defRPr b="1" sz="29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32"/>
          <p:cNvSpPr/>
          <p:nvPr>
            <p:ph idx="2" type="pic"/>
          </p:nvPr>
        </p:nvSpPr>
        <p:spPr>
          <a:xfrm>
            <a:off x="2688432" y="817033"/>
            <a:ext cx="8229600" cy="5486400"/>
          </a:xfrm>
          <a:prstGeom prst="rect">
            <a:avLst/>
          </a:prstGeom>
          <a:noFill/>
          <a:ln>
            <a:noFill/>
          </a:ln>
        </p:spPr>
      </p:sp>
      <p:sp>
        <p:nvSpPr>
          <p:cNvPr id="57" name="Google Shape;57;p32"/>
          <p:cNvSpPr txBox="1"/>
          <p:nvPr>
            <p:ph idx="1" type="body"/>
          </p:nvPr>
        </p:nvSpPr>
        <p:spPr>
          <a:xfrm>
            <a:off x="2688432" y="7156451"/>
            <a:ext cx="8229600" cy="1073149"/>
          </a:xfrm>
          <a:prstGeom prst="rect">
            <a:avLst/>
          </a:prstGeom>
          <a:noFill/>
          <a:ln>
            <a:noFill/>
          </a:ln>
        </p:spPr>
        <p:txBody>
          <a:bodyPr anchorCtr="0" anchor="t" bIns="65300" lIns="130600" spcFirstLastPara="1" rIns="130600" wrap="square" tIns="65300">
            <a:noAutofit/>
          </a:bodyPr>
          <a:lstStyle>
            <a:lvl1pPr indent="-228600" lvl="0" marL="457200" algn="l">
              <a:lnSpc>
                <a:spcPct val="100000"/>
              </a:lnSpc>
              <a:spcBef>
                <a:spcPts val="700"/>
              </a:spcBef>
              <a:spcAft>
                <a:spcPts val="0"/>
              </a:spcAft>
              <a:buSzPts val="1800"/>
              <a:buNone/>
              <a:defRPr sz="2000"/>
            </a:lvl1pPr>
            <a:lvl2pPr indent="-228600" lvl="1" marL="914400" algn="l">
              <a:lnSpc>
                <a:spcPct val="100000"/>
              </a:lnSpc>
              <a:spcBef>
                <a:spcPts val="595"/>
              </a:spcBef>
              <a:spcAft>
                <a:spcPts val="0"/>
              </a:spcAft>
              <a:buSzPts val="1360"/>
              <a:buNone/>
              <a:defRPr sz="1700"/>
            </a:lvl2pPr>
            <a:lvl3pPr indent="-228600" lvl="2" marL="1371600" algn="l">
              <a:lnSpc>
                <a:spcPct val="100000"/>
              </a:lnSpc>
              <a:spcBef>
                <a:spcPts val="490"/>
              </a:spcBef>
              <a:spcAft>
                <a:spcPts val="0"/>
              </a:spcAft>
              <a:buSzPts val="1050"/>
              <a:buNone/>
              <a:defRPr sz="1400"/>
            </a:lvl3pPr>
            <a:lvl4pPr indent="-228600" lvl="3" marL="1828800" algn="l">
              <a:lnSpc>
                <a:spcPct val="100000"/>
              </a:lnSpc>
              <a:spcBef>
                <a:spcPts val="455"/>
              </a:spcBef>
              <a:spcAft>
                <a:spcPts val="0"/>
              </a:spcAft>
              <a:buSzPts val="975"/>
              <a:buFont typeface="Helvetica Neue"/>
              <a:buNone/>
              <a:defRPr sz="1300"/>
            </a:lvl4pPr>
            <a:lvl5pPr indent="-228600" lvl="4" marL="2286000" algn="l">
              <a:lnSpc>
                <a:spcPct val="100000"/>
              </a:lnSpc>
              <a:spcBef>
                <a:spcPts val="455"/>
              </a:spcBef>
              <a:spcAft>
                <a:spcPts val="0"/>
              </a:spcAft>
              <a:buSzPts val="975"/>
              <a:buFont typeface="Helvetica Neue"/>
              <a:buNone/>
              <a:defRPr sz="1300"/>
            </a:lvl5pPr>
            <a:lvl6pPr indent="-228600" lvl="5" marL="2743200" algn="l">
              <a:lnSpc>
                <a:spcPct val="100000"/>
              </a:lnSpc>
              <a:spcBef>
                <a:spcPts val="455"/>
              </a:spcBef>
              <a:spcAft>
                <a:spcPts val="0"/>
              </a:spcAft>
              <a:buSzPts val="975"/>
              <a:buFont typeface="Helvetica Neue"/>
              <a:buNone/>
              <a:defRPr sz="1300"/>
            </a:lvl6pPr>
            <a:lvl7pPr indent="-228600" lvl="6" marL="3200400" algn="l">
              <a:lnSpc>
                <a:spcPct val="100000"/>
              </a:lnSpc>
              <a:spcBef>
                <a:spcPts val="455"/>
              </a:spcBef>
              <a:spcAft>
                <a:spcPts val="0"/>
              </a:spcAft>
              <a:buSzPts val="975"/>
              <a:buFont typeface="Helvetica Neue"/>
              <a:buNone/>
              <a:defRPr sz="1300"/>
            </a:lvl7pPr>
            <a:lvl8pPr indent="-228600" lvl="7" marL="3657600" algn="l">
              <a:lnSpc>
                <a:spcPct val="100000"/>
              </a:lnSpc>
              <a:spcBef>
                <a:spcPts val="455"/>
              </a:spcBef>
              <a:spcAft>
                <a:spcPts val="0"/>
              </a:spcAft>
              <a:buSzPts val="975"/>
              <a:buFont typeface="Helvetica Neue"/>
              <a:buNone/>
              <a:defRPr sz="1300"/>
            </a:lvl8pPr>
            <a:lvl9pPr indent="-228600" lvl="8" marL="4114800" algn="l">
              <a:lnSpc>
                <a:spcPct val="100000"/>
              </a:lnSpc>
              <a:spcBef>
                <a:spcPts val="455"/>
              </a:spcBef>
              <a:spcAft>
                <a:spcPts val="0"/>
              </a:spcAft>
              <a:buSzPts val="975"/>
              <a:buFont typeface="Helvetica Neue"/>
              <a:buNone/>
              <a:defRPr sz="13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3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33"/>
          <p:cNvSpPr txBox="1"/>
          <p:nvPr>
            <p:ph idx="1" type="body"/>
          </p:nvPr>
        </p:nvSpPr>
        <p:spPr>
          <a:xfrm rot="5400000">
            <a:off x="4361656" y="-1507331"/>
            <a:ext cx="6040438" cy="12344400"/>
          </a:xfrm>
          <a:prstGeom prst="rect">
            <a:avLst/>
          </a:prstGeom>
          <a:noFill/>
          <a:ln>
            <a:noFill/>
          </a:ln>
        </p:spPr>
        <p:txBody>
          <a:bodyPr anchorCtr="0" anchor="t" bIns="65300" lIns="130600" spcFirstLastPara="1" rIns="130600" wrap="square" tIns="653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34"/>
          <p:cNvSpPr txBox="1"/>
          <p:nvPr>
            <p:ph type="title"/>
          </p:nvPr>
        </p:nvSpPr>
        <p:spPr>
          <a:xfrm rot="5400000">
            <a:off x="8287941" y="2419483"/>
            <a:ext cx="7315200" cy="3217068"/>
          </a:xfrm>
          <a:prstGeom prst="rect">
            <a:avLst/>
          </a:prstGeom>
          <a:noFill/>
          <a:ln>
            <a:noFill/>
          </a:ln>
        </p:spPr>
        <p:txBody>
          <a:bodyPr anchorCtr="0" anchor="b" bIns="65300" lIns="130600" spcFirstLastPara="1" rIns="130600" wrap="square" tIns="653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34"/>
          <p:cNvSpPr txBox="1"/>
          <p:nvPr>
            <p:ph idx="1" type="body"/>
          </p:nvPr>
        </p:nvSpPr>
        <p:spPr>
          <a:xfrm rot="5400000">
            <a:off x="1739504" y="-683287"/>
            <a:ext cx="7315200" cy="9422607"/>
          </a:xfrm>
          <a:prstGeom prst="rect">
            <a:avLst/>
          </a:prstGeom>
          <a:noFill/>
          <a:ln>
            <a:noFill/>
          </a:ln>
        </p:spPr>
        <p:txBody>
          <a:bodyPr anchorCtr="0" anchor="t" bIns="65300" lIns="130600" spcFirstLastPara="1" rIns="130600" wrap="square" tIns="653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23"/>
          <p:cNvPicPr preferRelativeResize="0"/>
          <p:nvPr/>
        </p:nvPicPr>
        <p:blipFill rotWithShape="1">
          <a:blip r:embed="rId1">
            <a:alphaModFix/>
          </a:blip>
          <a:srcRect b="0" l="0" r="0" t="0"/>
          <a:stretch/>
        </p:blipFill>
        <p:spPr>
          <a:xfrm>
            <a:off x="428625" y="0"/>
            <a:ext cx="1793875" cy="1211263"/>
          </a:xfrm>
          <a:prstGeom prst="rect">
            <a:avLst/>
          </a:prstGeom>
          <a:noFill/>
          <a:ln>
            <a:noFill/>
          </a:ln>
        </p:spPr>
      </p:pic>
      <p:sp>
        <p:nvSpPr>
          <p:cNvPr id="11" name="Google Shape;11;p2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4600" u="none" cap="none" strike="noStrike">
                <a:solidFill>
                  <a:srgbClr val="006699"/>
                </a:solidFill>
                <a:latin typeface="Arial"/>
                <a:ea typeface="Arial"/>
                <a:cs typeface="Arial"/>
                <a:sym typeface="Arial"/>
              </a:defRPr>
            </a:lvl9pPr>
          </a:lstStyle>
          <a:p/>
        </p:txBody>
      </p:sp>
      <p:sp>
        <p:nvSpPr>
          <p:cNvPr id="12" name="Google Shape;12;p23"/>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lvl1pPr indent="-411480" lvl="0" marL="457200" marR="0" rtl="0" algn="l">
              <a:lnSpc>
                <a:spcPct val="100000"/>
              </a:lnSpc>
              <a:spcBef>
                <a:spcPts val="1120"/>
              </a:spcBef>
              <a:spcAft>
                <a:spcPts val="0"/>
              </a:spcAft>
              <a:buClr>
                <a:srgbClr val="993300"/>
              </a:buClr>
              <a:buSzPts val="2880"/>
              <a:buFont typeface="Arial"/>
              <a:buChar char="●"/>
              <a:defRPr b="0" i="0" sz="3200" u="none" cap="none" strike="noStrike">
                <a:solidFill>
                  <a:schemeClr val="dk1"/>
                </a:solidFill>
                <a:latin typeface="Helvetica Neue"/>
                <a:ea typeface="Helvetica Neue"/>
                <a:cs typeface="Helvetica Neue"/>
                <a:sym typeface="Helvetica Neue"/>
              </a:defRPr>
            </a:lvl1pPr>
            <a:lvl2pPr indent="-370840" lvl="1" marL="914400" marR="0" rtl="0" algn="l">
              <a:lnSpc>
                <a:spcPct val="100000"/>
              </a:lnSpc>
              <a:spcBef>
                <a:spcPts val="980"/>
              </a:spcBef>
              <a:spcAft>
                <a:spcPts val="0"/>
              </a:spcAft>
              <a:buClr>
                <a:srgbClr val="CC6600"/>
              </a:buClr>
              <a:buSzPts val="2240"/>
              <a:buFont typeface="Arial"/>
              <a:buChar char="●"/>
              <a:defRPr b="0" i="0" sz="2800" u="none" cap="none" strike="noStrike">
                <a:solidFill>
                  <a:schemeClr val="dk1"/>
                </a:solidFill>
                <a:latin typeface="Helvetica Neue"/>
                <a:ea typeface="Helvetica Neue"/>
                <a:cs typeface="Helvetica Neue"/>
                <a:sym typeface="Helvetica Neue"/>
              </a:defRPr>
            </a:lvl2pPr>
            <a:lvl3pPr indent="-342900" lvl="2" marL="1371600" marR="0" rtl="0" algn="l">
              <a:lnSpc>
                <a:spcPct val="100000"/>
              </a:lnSpc>
              <a:spcBef>
                <a:spcPts val="840"/>
              </a:spcBef>
              <a:spcAft>
                <a:spcPts val="0"/>
              </a:spcAft>
              <a:buClr>
                <a:srgbClr val="009900"/>
              </a:buClr>
              <a:buSzPts val="1800"/>
              <a:buFont typeface="Arimo"/>
              <a:buChar char="4"/>
              <a:defRPr b="0" i="0" sz="2400" u="none" cap="none" strike="noStrike">
                <a:solidFill>
                  <a:schemeClr val="dk1"/>
                </a:solidFill>
                <a:latin typeface="Helvetica Neue"/>
                <a:ea typeface="Helvetica Neue"/>
                <a:cs typeface="Helvetica Neue"/>
                <a:sym typeface="Helvetica Neue"/>
              </a:defRPr>
            </a:lvl3pPr>
            <a:lvl4pPr indent="-323850" lvl="3" marL="1828800" marR="0" rtl="0" algn="l">
              <a:lnSpc>
                <a:spcPct val="100000"/>
              </a:lnSpc>
              <a:spcBef>
                <a:spcPts val="700"/>
              </a:spcBef>
              <a:spcAft>
                <a:spcPts val="0"/>
              </a:spcAft>
              <a:buClr>
                <a:schemeClr val="hlink"/>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23850" lvl="4" marL="2286000" marR="0" rtl="0" algn="l">
              <a:lnSpc>
                <a:spcPct val="100000"/>
              </a:lnSpc>
              <a:spcBef>
                <a:spcPts val="700"/>
              </a:spcBef>
              <a:spcAft>
                <a:spcPts val="0"/>
              </a:spcAft>
              <a:buClr>
                <a:srgbClr val="FF0066"/>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23"/>
          <p:cNvSpPr/>
          <p:nvPr/>
        </p:nvSpPr>
        <p:spPr>
          <a:xfrm>
            <a:off x="0" y="0"/>
            <a:ext cx="342900" cy="3048000"/>
          </a:xfrm>
          <a:prstGeom prst="rect">
            <a:avLst/>
          </a:prstGeom>
          <a:solidFill>
            <a:srgbClr val="336699"/>
          </a:solidFill>
          <a:ln>
            <a:noFill/>
          </a:ln>
        </p:spPr>
        <p:txBody>
          <a:bodyPr anchorCtr="0" anchor="ctr" bIns="65300" lIns="130600" spcFirstLastPara="1" rIns="130600" wrap="square" tIns="65300">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dk1"/>
              </a:solidFill>
              <a:latin typeface="Times New Roman"/>
              <a:ea typeface="Times New Roman"/>
              <a:cs typeface="Times New Roman"/>
              <a:sym typeface="Times New Roman"/>
            </a:endParaRPr>
          </a:p>
        </p:txBody>
      </p:sp>
      <p:cxnSp>
        <p:nvCxnSpPr>
          <p:cNvPr id="14" name="Google Shape;14;p23"/>
          <p:cNvCxnSpPr/>
          <p:nvPr/>
        </p:nvCxnSpPr>
        <p:spPr>
          <a:xfrm>
            <a:off x="685800" y="1147763"/>
            <a:ext cx="12115800" cy="0"/>
          </a:xfrm>
          <a:prstGeom prst="straightConnector1">
            <a:avLst/>
          </a:prstGeom>
          <a:noFill/>
          <a:ln cap="flat" cmpd="sng" w="19050">
            <a:solidFill>
              <a:srgbClr val="336699"/>
            </a:solidFill>
            <a:prstDash val="solid"/>
            <a:round/>
            <a:headEnd len="sm" w="sm" type="none"/>
            <a:tailEnd len="sm" w="sm" type="none"/>
          </a:ln>
        </p:spPr>
      </p:cxnSp>
      <p:sp>
        <p:nvSpPr>
          <p:cNvPr id="15" name="Google Shape;15;p23"/>
          <p:cNvSpPr/>
          <p:nvPr/>
        </p:nvSpPr>
        <p:spPr>
          <a:xfrm>
            <a:off x="0" y="3048000"/>
            <a:ext cx="342900" cy="3048000"/>
          </a:xfrm>
          <a:prstGeom prst="rect">
            <a:avLst/>
          </a:prstGeom>
          <a:solidFill>
            <a:srgbClr val="99CCFF"/>
          </a:solidFill>
          <a:ln>
            <a:noFill/>
          </a:ln>
        </p:spPr>
        <p:txBody>
          <a:bodyPr anchorCtr="0" anchor="ctr" bIns="65300" lIns="130600" spcFirstLastPara="1" rIns="130600" wrap="square" tIns="65300">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dk1"/>
              </a:solidFill>
              <a:latin typeface="Times New Roman"/>
              <a:ea typeface="Times New Roman"/>
              <a:cs typeface="Times New Roman"/>
              <a:sym typeface="Times New Roman"/>
            </a:endParaRPr>
          </a:p>
        </p:txBody>
      </p:sp>
      <p:sp>
        <p:nvSpPr>
          <p:cNvPr id="16" name="Google Shape;16;p23"/>
          <p:cNvSpPr/>
          <p:nvPr/>
        </p:nvSpPr>
        <p:spPr>
          <a:xfrm>
            <a:off x="0" y="6096000"/>
            <a:ext cx="342900" cy="3048000"/>
          </a:xfrm>
          <a:prstGeom prst="rect">
            <a:avLst/>
          </a:prstGeom>
          <a:solidFill>
            <a:srgbClr val="336699"/>
          </a:solidFill>
          <a:ln>
            <a:noFill/>
          </a:ln>
        </p:spPr>
        <p:txBody>
          <a:bodyPr anchorCtr="0" anchor="ctr" bIns="65300" lIns="130600" spcFirstLastPara="1" rIns="130600" wrap="square" tIns="65300">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dk1"/>
              </a:solidFill>
              <a:latin typeface="Times New Roman"/>
              <a:ea typeface="Times New Roman"/>
              <a:cs typeface="Times New Roman"/>
              <a:sym typeface="Times New Roman"/>
            </a:endParaRPr>
          </a:p>
        </p:txBody>
      </p:sp>
      <p:sp>
        <p:nvSpPr>
          <p:cNvPr id="17" name="Google Shape;17;p23"/>
          <p:cNvSpPr txBox="1"/>
          <p:nvPr/>
        </p:nvSpPr>
        <p:spPr>
          <a:xfrm>
            <a:off x="6354763" y="8818563"/>
            <a:ext cx="730250" cy="347662"/>
          </a:xfrm>
          <a:prstGeom prst="rect">
            <a:avLst/>
          </a:prstGeom>
          <a:noFill/>
          <a:ln>
            <a:noFill/>
          </a:ln>
        </p:spPr>
        <p:txBody>
          <a:bodyPr anchorCtr="0" anchor="t" bIns="65300" lIns="130600" spcFirstLastPara="1" rIns="130600" wrap="square" tIns="653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6699"/>
                </a:solidFill>
                <a:latin typeface="Helvetica Neue"/>
                <a:ea typeface="Helvetica Neue"/>
                <a:cs typeface="Helvetica Neue"/>
                <a:sym typeface="Helvetica Neue"/>
              </a:rPr>
              <a:t>10.</a:t>
            </a:r>
            <a:fld id="{00000000-1234-1234-1234-123412341234}" type="slidenum">
              <a:rPr b="1" i="0" lang="en-US" sz="1400" u="none" cap="none" strike="noStrike">
                <a:solidFill>
                  <a:srgbClr val="006699"/>
                </a:solidFill>
                <a:latin typeface="Helvetica Neue"/>
                <a:ea typeface="Helvetica Neue"/>
                <a:cs typeface="Helvetica Neue"/>
                <a:sym typeface="Helvetica Neue"/>
              </a:rPr>
              <a:t>‹#›</a:t>
            </a:fld>
            <a:endParaRPr b="1" i="0" sz="1400" u="none" cap="none" strike="noStrike">
              <a:solidFill>
                <a:srgbClr val="006699"/>
              </a:solidFill>
              <a:latin typeface="Helvetica Neue"/>
              <a:ea typeface="Helvetica Neue"/>
              <a:cs typeface="Helvetica Neue"/>
              <a:sym typeface="Helvetica Neue"/>
            </a:endParaRPr>
          </a:p>
        </p:txBody>
      </p:sp>
      <p:sp>
        <p:nvSpPr>
          <p:cNvPr id="18" name="Google Shape;18;p23"/>
          <p:cNvSpPr txBox="1"/>
          <p:nvPr/>
        </p:nvSpPr>
        <p:spPr>
          <a:xfrm>
            <a:off x="9734550" y="8783638"/>
            <a:ext cx="4070350" cy="347662"/>
          </a:xfrm>
          <a:prstGeom prst="rect">
            <a:avLst/>
          </a:prstGeom>
          <a:noFill/>
          <a:ln>
            <a:noFill/>
          </a:ln>
        </p:spPr>
        <p:txBody>
          <a:bodyPr anchorCtr="0" anchor="t" bIns="65300" lIns="130600" spcFirstLastPara="1" rIns="130600" wrap="square" tIns="653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19" name="Google Shape;19;p23"/>
          <p:cNvSpPr txBox="1"/>
          <p:nvPr/>
        </p:nvSpPr>
        <p:spPr>
          <a:xfrm>
            <a:off x="279400" y="8828088"/>
            <a:ext cx="3778250" cy="347662"/>
          </a:xfrm>
          <a:prstGeom prst="rect">
            <a:avLst/>
          </a:prstGeom>
          <a:noFill/>
          <a:ln>
            <a:noFill/>
          </a:ln>
        </p:spPr>
        <p:txBody>
          <a:bodyPr anchorCtr="0" anchor="t" bIns="65300" lIns="130600" spcFirstLastPara="1" rIns="130600" wrap="square" tIns="653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6699"/>
                </a:solidFill>
                <a:latin typeface="Helvetica Neue"/>
                <a:ea typeface="Helvetica Neue"/>
                <a:cs typeface="Helvetica Neue"/>
                <a:sym typeface="Helvetica Neue"/>
              </a:rPr>
              <a:t>Operating System Concepts  – 9</a:t>
            </a:r>
            <a:r>
              <a:rPr b="1" baseline="30000" i="0" lang="en-US" sz="1400" u="none" cap="none" strike="noStrike">
                <a:solidFill>
                  <a:srgbClr val="006699"/>
                </a:solidFill>
                <a:latin typeface="Helvetica Neue"/>
                <a:ea typeface="Helvetica Neue"/>
                <a:cs typeface="Helvetica Neue"/>
                <a:sym typeface="Helvetica Neue"/>
              </a:rPr>
              <a:t>th</a:t>
            </a:r>
            <a:r>
              <a:rPr b="1" i="0" lang="en-US" sz="1400" u="none" cap="none" strike="noStrike">
                <a:solidFill>
                  <a:srgbClr val="00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6" id="20" name="Google Shape;20;p23"/>
          <p:cNvPicPr preferRelativeResize="0"/>
          <p:nvPr/>
        </p:nvPicPr>
        <p:blipFill rotWithShape="1">
          <a:blip r:embed="rId2">
            <a:alphaModFix/>
          </a:blip>
          <a:srcRect b="0" l="0" r="0" t="0"/>
          <a:stretch/>
        </p:blipFill>
        <p:spPr>
          <a:xfrm>
            <a:off x="11661775" y="7799388"/>
            <a:ext cx="1925638" cy="1057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1028700" y="914400"/>
            <a:ext cx="11658600" cy="2836863"/>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Chapter 10:  Mass-Storage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20f5d1b6f5_0_0"/>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sp>
        <p:nvSpPr>
          <p:cNvPr id="76" name="Google Shape;76;g320f5d1b6f5_0_0"/>
          <p:cNvSpPr txBox="1"/>
          <p:nvPr>
            <p:ph idx="1" type="body"/>
          </p:nvPr>
        </p:nvSpPr>
        <p:spPr>
          <a:xfrm>
            <a:off x="1729150" y="1743800"/>
            <a:ext cx="10814700" cy="6242700"/>
          </a:xfrm>
          <a:prstGeom prst="rect">
            <a:avLst/>
          </a:prstGeom>
          <a:noFill/>
          <a:ln>
            <a:noFill/>
          </a:ln>
        </p:spPr>
        <p:txBody>
          <a:bodyPr anchorCtr="0" anchor="t" bIns="65300" lIns="130600" spcFirstLastPara="1" rIns="130600" wrap="square" tIns="65300">
            <a:noAutofit/>
          </a:bodyPr>
          <a:lstStyle/>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Seek Time: Time taken by R/W head to reach desired track</a:t>
            </a:r>
            <a:endParaRPr sz="28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Rotational Time: Time taken for one full rotation (360)</a:t>
            </a:r>
            <a:endParaRPr sz="28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Rotational Latency: Time taken to reach to desired sector (Half of Rotational Time).</a:t>
            </a:r>
            <a:endParaRPr sz="28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Transfer Time: Data to be Transfer / Transfer Rate;</a:t>
            </a:r>
            <a:endParaRPr sz="28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Transfer Rate (Data Rate): No. of Heads (No. of Surface) x Capacity of One Track x Number of Rotations in One Second</a:t>
            </a:r>
            <a:endParaRPr sz="2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Capacity of One Track = No. of Sectors in One Track x Amount of Data in One Sector (Sector Size)</a:t>
            </a:r>
            <a:endParaRPr sz="2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RPM -&gt; Rotation per Minute</a:t>
            </a:r>
            <a:endParaRPr sz="7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rPr lang="en-US" sz="2800">
                <a:latin typeface="Times New Roman"/>
                <a:ea typeface="Times New Roman"/>
                <a:cs typeface="Times New Roman"/>
                <a:sym typeface="Times New Roman"/>
              </a:rPr>
              <a:t> </a:t>
            </a:r>
            <a:endParaRPr sz="2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4a245e2678_0_0"/>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sp>
        <p:nvSpPr>
          <p:cNvPr id="83" name="Google Shape;83;g34a245e2678_0_0"/>
          <p:cNvSpPr txBox="1"/>
          <p:nvPr>
            <p:ph idx="1" type="body"/>
          </p:nvPr>
        </p:nvSpPr>
        <p:spPr>
          <a:xfrm>
            <a:off x="1729150" y="1424350"/>
            <a:ext cx="10814700" cy="6638400"/>
          </a:xfrm>
          <a:prstGeom prst="rect">
            <a:avLst/>
          </a:prstGeom>
          <a:noFill/>
          <a:ln>
            <a:noFill/>
          </a:ln>
        </p:spPr>
        <p:txBody>
          <a:bodyPr anchorCtr="0" anchor="t" bIns="65300" lIns="130600" spcFirstLastPara="1" rIns="130600" wrap="square" tIns="65300">
            <a:noAutofit/>
          </a:bodyPr>
          <a:lstStyle/>
          <a:p>
            <a:pPr indent="0" lvl="0" marL="0" rtl="0" algn="l">
              <a:lnSpc>
                <a:spcPct val="115000"/>
              </a:lnSpc>
              <a:spcBef>
                <a:spcPts val="0"/>
              </a:spcBef>
              <a:spcAft>
                <a:spcPts val="0"/>
              </a:spcAft>
              <a:buSzPts val="1620"/>
              <a:buNone/>
            </a:pPr>
            <a:r>
              <a:t/>
            </a:r>
            <a:endParaRPr sz="7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rPr b="1" lang="en-US" sz="2800">
                <a:latin typeface="Times New Roman"/>
                <a:ea typeface="Times New Roman"/>
                <a:cs typeface="Times New Roman"/>
                <a:sym typeface="Times New Roman"/>
              </a:rPr>
              <a:t>Total Disk Access Time</a:t>
            </a:r>
            <a:r>
              <a:rPr lang="en-US" sz="2800">
                <a:latin typeface="Times New Roman"/>
                <a:ea typeface="Times New Roman"/>
                <a:cs typeface="Times New Roman"/>
                <a:sym typeface="Times New Roman"/>
              </a:rPr>
              <a:t> = Seek Time + Rotational Time + Transfer Time + Controller Time + Wait Time (Buffer Time)</a:t>
            </a:r>
            <a:br>
              <a:rPr lang="en-US" sz="2800">
                <a:latin typeface="Times New Roman"/>
                <a:ea typeface="Times New Roman"/>
                <a:cs typeface="Times New Roman"/>
                <a:sym typeface="Times New Roman"/>
              </a:rPr>
            </a:b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These two are considered optional when not mentioned,</a:t>
            </a:r>
            <a:endParaRPr sz="28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Controller Time</a:t>
            </a:r>
            <a:endParaRPr sz="28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Wait Time (Buffer Time)</a:t>
            </a:r>
            <a:endParaRPr sz="2800">
              <a:latin typeface="Times New Roman"/>
              <a:ea typeface="Times New Roman"/>
              <a:cs typeface="Times New Roman"/>
              <a:sym typeface="Times New Roman"/>
            </a:endParaRPr>
          </a:p>
          <a:p>
            <a:pPr indent="0" lvl="0" marL="0" rtl="0" algn="l">
              <a:lnSpc>
                <a:spcPct val="115000"/>
              </a:lnSpc>
              <a:spcBef>
                <a:spcPts val="0"/>
              </a:spcBef>
              <a:spcAft>
                <a:spcPts val="0"/>
              </a:spcAft>
              <a:buSzPts val="1620"/>
              <a:buNone/>
            </a:pPr>
            <a:r>
              <a:t/>
            </a:r>
            <a:endParaRPr sz="2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800">
                <a:latin typeface="Times New Roman"/>
                <a:ea typeface="Times New Roman"/>
                <a:cs typeface="Times New Roman"/>
                <a:sym typeface="Times New Roman"/>
              </a:rPr>
              <a:t>Time for data to be read by the disk head, i.e., time it takes the sectors of the requested block to rotate under the head</a:t>
            </a:r>
            <a:endParaRPr sz="2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2800">
                <a:latin typeface="Times New Roman"/>
                <a:ea typeface="Times New Roman"/>
                <a:cs typeface="Times New Roman"/>
                <a:sym typeface="Times New Roman"/>
              </a:rPr>
              <a:t>Transfer Rate</a:t>
            </a:r>
            <a:r>
              <a:rPr lang="en-US" sz="2800">
                <a:latin typeface="Times New Roman"/>
                <a:ea typeface="Times New Roman"/>
                <a:cs typeface="Times New Roman"/>
                <a:sym typeface="Times New Roman"/>
              </a:rPr>
              <a:t> = Amount of data per track / Time per rotation</a:t>
            </a:r>
            <a:endParaRPr sz="2800">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rPr b="1" lang="en-US" sz="2800">
                <a:latin typeface="Times New Roman"/>
                <a:ea typeface="Times New Roman"/>
                <a:cs typeface="Times New Roman"/>
                <a:sym typeface="Times New Roman"/>
              </a:rPr>
              <a:t>Transfer Time</a:t>
            </a:r>
            <a:r>
              <a:rPr lang="en-US" sz="2800">
                <a:latin typeface="Times New Roman"/>
                <a:ea typeface="Times New Roman"/>
                <a:cs typeface="Times New Roman"/>
                <a:sym typeface="Times New Roman"/>
              </a:rPr>
              <a:t> = Amount of data to read / Transfer rate</a:t>
            </a:r>
            <a:endParaRPr sz="2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4a245e2678_0_8"/>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pic>
        <p:nvPicPr>
          <p:cNvPr id="90" name="Google Shape;90;g34a245e2678_0_8"/>
          <p:cNvPicPr preferRelativeResize="0"/>
          <p:nvPr/>
        </p:nvPicPr>
        <p:blipFill rotWithShape="1">
          <a:blip r:embed="rId3">
            <a:alphaModFix/>
          </a:blip>
          <a:srcRect b="26566" l="0" r="0" t="0"/>
          <a:stretch/>
        </p:blipFill>
        <p:spPr>
          <a:xfrm>
            <a:off x="1371600" y="1671600"/>
            <a:ext cx="11152149" cy="5210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4a245e2678_0_15"/>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sp>
        <p:nvSpPr>
          <p:cNvPr id="97" name="Google Shape;97;g34a245e2678_0_15"/>
          <p:cNvSpPr txBox="1"/>
          <p:nvPr/>
        </p:nvSpPr>
        <p:spPr>
          <a:xfrm>
            <a:off x="762000" y="1295400"/>
            <a:ext cx="12595200" cy="527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Given,</a:t>
            </a:r>
            <a:br>
              <a:rPr b="0"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Average Seek Time</a:t>
            </a:r>
            <a:r>
              <a:rPr b="0" i="0" lang="en-US" sz="2800" u="none" cap="none" strike="noStrike">
                <a:solidFill>
                  <a:schemeClr val="dk1"/>
                </a:solidFill>
                <a:latin typeface="Times New Roman"/>
                <a:ea typeface="Times New Roman"/>
                <a:cs typeface="Times New Roman"/>
                <a:sym typeface="Times New Roman"/>
              </a:rPr>
              <a:t> = 12 ms, </a:t>
            </a:r>
            <a:r>
              <a:rPr b="1" i="0" lang="en-US" sz="2800" u="none" cap="none" strike="noStrike">
                <a:solidFill>
                  <a:schemeClr val="dk1"/>
                </a:solidFill>
                <a:latin typeface="Times New Roman"/>
                <a:ea typeface="Times New Roman"/>
                <a:cs typeface="Times New Roman"/>
                <a:sym typeface="Times New Roman"/>
              </a:rPr>
              <a:t>Controller Overhead</a:t>
            </a:r>
            <a:r>
              <a:rPr b="0" i="0" lang="en-US" sz="2800" u="none" cap="none" strike="noStrike">
                <a:solidFill>
                  <a:schemeClr val="dk1"/>
                </a:solidFill>
                <a:latin typeface="Times New Roman"/>
                <a:ea typeface="Times New Roman"/>
                <a:cs typeface="Times New Roman"/>
                <a:sym typeface="Times New Roman"/>
              </a:rPr>
              <a:t> = 2 ms , </a:t>
            </a:r>
            <a:r>
              <a:rPr b="1" i="0" lang="en-US" sz="2800" u="none" cap="none" strike="noStrike">
                <a:solidFill>
                  <a:schemeClr val="dk1"/>
                </a:solidFill>
                <a:latin typeface="Times New Roman"/>
                <a:ea typeface="Times New Roman"/>
                <a:cs typeface="Times New Roman"/>
                <a:sym typeface="Times New Roman"/>
              </a:rPr>
              <a:t>Queuing Delay</a:t>
            </a:r>
            <a:r>
              <a:rPr b="0" i="0" lang="en-US" sz="2800" u="none" cap="none" strike="noStrike">
                <a:solidFill>
                  <a:schemeClr val="dk1"/>
                </a:solidFill>
                <a:latin typeface="Times New Roman"/>
                <a:ea typeface="Times New Roman"/>
                <a:cs typeface="Times New Roman"/>
                <a:sym typeface="Times New Roman"/>
              </a:rPr>
              <a:t> = 0</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Average Rotational Delay</a:t>
            </a:r>
            <a:r>
              <a:rPr b="0" i="0" lang="en-US" sz="2800" u="none" cap="none" strike="noStrike">
                <a:solidFill>
                  <a:schemeClr val="dk1"/>
                </a:solidFill>
                <a:latin typeface="Times New Roman"/>
                <a:ea typeface="Times New Roman"/>
                <a:cs typeface="Times New Roman"/>
                <a:sym typeface="Times New Roman"/>
              </a:rPr>
              <a:t> = Half of a full rotation</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=(½)×(60/7200) sec = 0.00417 sec = 4.17 ms</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Transfer Time for 512 bytes:</a:t>
            </a:r>
            <a:endParaRPr b="1" i="0" sz="2800" u="none" cap="none" strike="noStrike">
              <a:solidFill>
                <a:schemeClr val="dk1"/>
              </a:solidFill>
              <a:latin typeface="Times New Roman"/>
              <a:ea typeface="Times New Roman"/>
              <a:cs typeface="Times New Roman"/>
              <a:sym typeface="Times New Roman"/>
            </a:endParaRPr>
          </a:p>
          <a:p>
            <a:pPr indent="0" lvl="0" marL="914400" marR="0" rtl="0" algn="l">
              <a:lnSpc>
                <a:spcPct val="115000"/>
              </a:lnSpc>
              <a:spcBef>
                <a:spcPts val="12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Transfer rate = 4 MB/sec = 4096 KB/sec  and  Data = 512 bytes = 0.5 KB</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Then, (0.5/4096) sec = 0.000122sec = 0.122ms ≈ 0.12 ms</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Corrected Total (with 512-byte transfer time):</a:t>
            </a:r>
            <a:endParaRPr b="1"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12+4.17+0.12+2+0 = 18.29 ms = 18.30 ms</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73354988cc_0_0"/>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sp>
        <p:nvSpPr>
          <p:cNvPr id="104" name="Google Shape;104;g373354988cc_0_0"/>
          <p:cNvSpPr txBox="1"/>
          <p:nvPr/>
        </p:nvSpPr>
        <p:spPr>
          <a:xfrm>
            <a:off x="762000" y="1295400"/>
            <a:ext cx="12595200" cy="6976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800"/>
              <a:buFont typeface="Arial"/>
              <a:buNone/>
            </a:pPr>
            <a:r>
              <a:rPr b="1" lang="en-US" sz="2800">
                <a:solidFill>
                  <a:schemeClr val="dk1"/>
                </a:solidFill>
                <a:latin typeface="Times New Roman"/>
                <a:ea typeface="Times New Roman"/>
                <a:cs typeface="Times New Roman"/>
                <a:sym typeface="Times New Roman"/>
              </a:rPr>
              <a:t>Example 2:</a:t>
            </a:r>
            <a:endParaRPr sz="2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lang="en-US" sz="2800">
                <a:solidFill>
                  <a:schemeClr val="dk1"/>
                </a:solidFill>
                <a:latin typeface="Times New Roman"/>
                <a:ea typeface="Times New Roman"/>
                <a:cs typeface="Times New Roman"/>
                <a:sym typeface="Times New Roman"/>
              </a:rPr>
              <a:t>The </a:t>
            </a:r>
            <a:r>
              <a:rPr lang="en-US" sz="2800">
                <a:solidFill>
                  <a:schemeClr val="dk1"/>
                </a:solidFill>
                <a:latin typeface="Times New Roman"/>
                <a:ea typeface="Times New Roman"/>
                <a:cs typeface="Times New Roman"/>
                <a:sym typeface="Times New Roman"/>
              </a:rPr>
              <a:t>transferring</a:t>
            </a:r>
            <a:r>
              <a:rPr lang="en-US" sz="2800">
                <a:solidFill>
                  <a:schemeClr val="dk1"/>
                </a:solidFill>
                <a:latin typeface="Times New Roman"/>
                <a:ea typeface="Times New Roman"/>
                <a:cs typeface="Times New Roman"/>
                <a:sym typeface="Times New Roman"/>
              </a:rPr>
              <a:t> of data is 512 byte, average seek time 4 msec, data transfer rate 40kB, disk rotation 6000 RPM and controller overhead 0.3 msec. Calculate </a:t>
            </a:r>
            <a:r>
              <a:rPr lang="en-US" sz="2800">
                <a:solidFill>
                  <a:schemeClr val="dk1"/>
                </a:solidFill>
                <a:latin typeface="Times New Roman"/>
                <a:ea typeface="Times New Roman"/>
                <a:cs typeface="Times New Roman"/>
                <a:sym typeface="Times New Roman"/>
              </a:rPr>
              <a:t>the</a:t>
            </a:r>
            <a:r>
              <a:rPr lang="en-US" sz="2800">
                <a:solidFill>
                  <a:schemeClr val="dk1"/>
                </a:solidFill>
                <a:latin typeface="Times New Roman"/>
                <a:ea typeface="Times New Roman"/>
                <a:cs typeface="Times New Roman"/>
                <a:sym typeface="Times New Roman"/>
              </a:rPr>
              <a:t> disk access time.</a:t>
            </a:r>
            <a:endParaRPr b="0" i="0" sz="2800" u="none" cap="none" strike="noStrike">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800"/>
              <a:buFont typeface="Arial"/>
              <a:buNone/>
            </a:pPr>
            <a:r>
              <a:rPr b="1" lang="en-US" sz="2800">
                <a:solidFill>
                  <a:schemeClr val="dk1"/>
                </a:solidFill>
                <a:latin typeface="Times New Roman"/>
                <a:ea typeface="Times New Roman"/>
                <a:cs typeface="Times New Roman"/>
                <a:sym typeface="Times New Roman"/>
              </a:rPr>
              <a:t>Average Rotational Delay</a:t>
            </a:r>
            <a:r>
              <a:rPr lang="en-US" sz="2800">
                <a:solidFill>
                  <a:schemeClr val="dk1"/>
                </a:solidFill>
                <a:latin typeface="Times New Roman"/>
                <a:ea typeface="Times New Roman"/>
                <a:cs typeface="Times New Roman"/>
                <a:sym typeface="Times New Roman"/>
              </a:rPr>
              <a:t> = Half of a full rotation</a:t>
            </a:r>
            <a:endParaRPr sz="2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6000 RPM means, 6000 rotation in 60 sec</a:t>
            </a:r>
            <a:endParaRPr sz="2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                                   1      “            (60/6000)sec = 0.1 sec = 10 msec                       </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 ARD = (½×10) ms = 5 ms</a:t>
            </a:r>
            <a:endParaRPr b="1" sz="2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Transfer Time for 512 bytes:</a:t>
            </a:r>
            <a:endParaRPr b="1" i="0" sz="2800" u="none" cap="none" strike="noStrike">
              <a:solidFill>
                <a:schemeClr val="dk1"/>
              </a:solidFill>
              <a:latin typeface="Times New Roman"/>
              <a:ea typeface="Times New Roman"/>
              <a:cs typeface="Times New Roman"/>
              <a:sym typeface="Times New Roman"/>
            </a:endParaRPr>
          </a:p>
          <a:p>
            <a:pPr indent="0" lvl="0" marL="914400" marR="0" rtl="0" algn="l">
              <a:lnSpc>
                <a:spcPct val="115000"/>
              </a:lnSpc>
              <a:spcBef>
                <a:spcPts val="12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Transfer rate = 40 </a:t>
            </a:r>
            <a:r>
              <a:rPr lang="en-US" sz="2800">
                <a:solidFill>
                  <a:schemeClr val="dk1"/>
                </a:solidFill>
                <a:latin typeface="Times New Roman"/>
                <a:ea typeface="Times New Roman"/>
                <a:cs typeface="Times New Roman"/>
                <a:sym typeface="Times New Roman"/>
              </a:rPr>
              <a:t>k</a:t>
            </a:r>
            <a:r>
              <a:rPr b="0" i="0" lang="en-US" sz="2800" u="none" cap="none" strike="noStrike">
                <a:solidFill>
                  <a:schemeClr val="dk1"/>
                </a:solidFill>
                <a:latin typeface="Times New Roman"/>
                <a:ea typeface="Times New Roman"/>
                <a:cs typeface="Times New Roman"/>
                <a:sym typeface="Times New Roman"/>
              </a:rPr>
              <a:t>B/sec and  Data = 512 bytes = 0.5 KB</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Then, (0.5/40) sec = 0.0</a:t>
            </a:r>
            <a:r>
              <a:rPr lang="en-US" sz="2800">
                <a:solidFill>
                  <a:schemeClr val="dk1"/>
                </a:solidFill>
                <a:latin typeface="Times New Roman"/>
                <a:ea typeface="Times New Roman"/>
                <a:cs typeface="Times New Roman"/>
                <a:sym typeface="Times New Roman"/>
              </a:rPr>
              <a:t>125 </a:t>
            </a:r>
            <a:r>
              <a:rPr b="0" i="0" lang="en-US" sz="2800" u="none" cap="none" strike="noStrike">
                <a:solidFill>
                  <a:schemeClr val="dk1"/>
                </a:solidFill>
                <a:latin typeface="Times New Roman"/>
                <a:ea typeface="Times New Roman"/>
                <a:cs typeface="Times New Roman"/>
                <a:sym typeface="Times New Roman"/>
              </a:rPr>
              <a:t>sec = </a:t>
            </a:r>
            <a:r>
              <a:rPr lang="en-US" sz="2800">
                <a:solidFill>
                  <a:schemeClr val="dk1"/>
                </a:solidFill>
                <a:latin typeface="Times New Roman"/>
                <a:ea typeface="Times New Roman"/>
                <a:cs typeface="Times New Roman"/>
                <a:sym typeface="Times New Roman"/>
              </a:rPr>
              <a:t>12.5</a:t>
            </a:r>
            <a:r>
              <a:rPr b="0" i="0" lang="en-US" sz="2800" u="none" cap="none" strike="noStrike">
                <a:solidFill>
                  <a:schemeClr val="dk1"/>
                </a:solidFill>
                <a:latin typeface="Times New Roman"/>
                <a:ea typeface="Times New Roman"/>
                <a:cs typeface="Times New Roman"/>
                <a:sym typeface="Times New Roman"/>
              </a:rPr>
              <a:t> ms</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2800"/>
              <a:buFont typeface="Arial"/>
              <a:buNone/>
            </a:pPr>
            <a:r>
              <a:rPr b="1" lang="en-US" sz="2800">
                <a:solidFill>
                  <a:schemeClr val="dk1"/>
                </a:solidFill>
                <a:latin typeface="Times New Roman"/>
                <a:ea typeface="Times New Roman"/>
                <a:cs typeface="Times New Roman"/>
                <a:sym typeface="Times New Roman"/>
              </a:rPr>
              <a:t>Disk Access Time</a:t>
            </a:r>
            <a:r>
              <a:rPr b="1" i="0" lang="en-US" sz="2800" u="none" cap="none" strike="noStrike">
                <a:solidFill>
                  <a:schemeClr val="dk1"/>
                </a:solidFill>
                <a:latin typeface="Times New Roman"/>
                <a:ea typeface="Times New Roman"/>
                <a:cs typeface="Times New Roman"/>
                <a:sym typeface="Times New Roman"/>
              </a:rPr>
              <a:t> </a:t>
            </a:r>
            <a:r>
              <a:rPr b="1" lang="en-US" sz="2800">
                <a:solidFill>
                  <a:schemeClr val="dk1"/>
                </a:solidFill>
                <a:latin typeface="Times New Roman"/>
                <a:ea typeface="Times New Roman"/>
                <a:cs typeface="Times New Roman"/>
                <a:sym typeface="Times New Roman"/>
              </a:rPr>
              <a:t>for 512 byte data</a:t>
            </a:r>
            <a:r>
              <a:rPr b="1" i="0" lang="en-US" sz="2800" u="none" cap="none" strike="noStrike">
                <a:solidFill>
                  <a:schemeClr val="dk1"/>
                </a:solidFill>
                <a:latin typeface="Times New Roman"/>
                <a:ea typeface="Times New Roman"/>
                <a:cs typeface="Times New Roman"/>
                <a:sym typeface="Times New Roman"/>
              </a:rPr>
              <a:t>:</a:t>
            </a:r>
            <a:r>
              <a:rPr b="1" lang="en-US" sz="2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4</a:t>
            </a:r>
            <a:r>
              <a:rPr b="0" i="0" lang="en-US" sz="2800" u="none" cap="none" strike="noStrike">
                <a:solidFill>
                  <a:schemeClr val="dk1"/>
                </a:solidFill>
                <a:latin typeface="Times New Roman"/>
                <a:ea typeface="Times New Roman"/>
                <a:cs typeface="Times New Roman"/>
                <a:sym typeface="Times New Roman"/>
              </a:rPr>
              <a:t>+</a:t>
            </a:r>
            <a:r>
              <a:rPr lang="en-US" sz="2800">
                <a:solidFill>
                  <a:schemeClr val="dk1"/>
                </a:solidFill>
                <a:latin typeface="Times New Roman"/>
                <a:ea typeface="Times New Roman"/>
                <a:cs typeface="Times New Roman"/>
                <a:sym typeface="Times New Roman"/>
              </a:rPr>
              <a:t>5</a:t>
            </a:r>
            <a:r>
              <a:rPr b="0" i="0" lang="en-US" sz="2800" u="none" cap="none" strike="noStrike">
                <a:solidFill>
                  <a:schemeClr val="dk1"/>
                </a:solidFill>
                <a:latin typeface="Times New Roman"/>
                <a:ea typeface="Times New Roman"/>
                <a:cs typeface="Times New Roman"/>
                <a:sym typeface="Times New Roman"/>
              </a:rPr>
              <a:t>+</a:t>
            </a:r>
            <a:r>
              <a:rPr lang="en-US" sz="2800">
                <a:solidFill>
                  <a:schemeClr val="dk1"/>
                </a:solidFill>
                <a:latin typeface="Times New Roman"/>
                <a:ea typeface="Times New Roman"/>
                <a:cs typeface="Times New Roman"/>
                <a:sym typeface="Times New Roman"/>
              </a:rPr>
              <a:t>12.5</a:t>
            </a:r>
            <a:r>
              <a:rPr b="0" i="0" lang="en-US" sz="2800" u="none" cap="none" strike="noStrike">
                <a:solidFill>
                  <a:schemeClr val="dk1"/>
                </a:solidFill>
                <a:latin typeface="Times New Roman"/>
                <a:ea typeface="Times New Roman"/>
                <a:cs typeface="Times New Roman"/>
                <a:sym typeface="Times New Roman"/>
              </a:rPr>
              <a:t>+</a:t>
            </a:r>
            <a:r>
              <a:rPr lang="en-US" sz="2800">
                <a:solidFill>
                  <a:schemeClr val="dk1"/>
                </a:solidFill>
                <a:latin typeface="Times New Roman"/>
                <a:ea typeface="Times New Roman"/>
                <a:cs typeface="Times New Roman"/>
                <a:sym typeface="Times New Roman"/>
              </a:rPr>
              <a:t>0.3</a:t>
            </a:r>
            <a:r>
              <a:rPr b="0" i="0" lang="en-US" sz="2800" u="none" cap="none" strike="noStrike">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 21.8 ms</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73354988cc_0_12"/>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Access Time</a:t>
            </a:r>
            <a:endParaRPr/>
          </a:p>
        </p:txBody>
      </p:sp>
      <p:sp>
        <p:nvSpPr>
          <p:cNvPr id="111" name="Google Shape;111;g373354988cc_0_12"/>
          <p:cNvSpPr txBox="1"/>
          <p:nvPr/>
        </p:nvSpPr>
        <p:spPr>
          <a:xfrm>
            <a:off x="762000" y="1295400"/>
            <a:ext cx="12595200" cy="756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800"/>
              <a:buFont typeface="Arial"/>
              <a:buNone/>
            </a:pPr>
            <a:r>
              <a:rPr b="1" lang="en-US" sz="2500">
                <a:solidFill>
                  <a:schemeClr val="dk1"/>
                </a:solidFill>
                <a:latin typeface="Times New Roman"/>
                <a:ea typeface="Times New Roman"/>
                <a:cs typeface="Times New Roman"/>
                <a:sym typeface="Times New Roman"/>
              </a:rPr>
              <a:t>Example 3:</a:t>
            </a:r>
            <a:endParaRPr sz="25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lang="en-US" sz="2500">
                <a:solidFill>
                  <a:schemeClr val="dk1"/>
                </a:solidFill>
                <a:latin typeface="Times New Roman"/>
                <a:ea typeface="Times New Roman"/>
                <a:cs typeface="Times New Roman"/>
                <a:sym typeface="Times New Roman"/>
              </a:rPr>
              <a:t>A hard disk system has 500 tracks where number of sectors/track is 100, number of bytes/sector is 500. The time required to move head from one track to adjacent track is 1 ms. Rotation speed is 600 RPM.</a:t>
            </a:r>
            <a:endParaRPr b="0" i="0" sz="2500" u="none" cap="none" strike="noStrike">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800"/>
              <a:buFont typeface="Arial"/>
              <a:buNone/>
            </a:pPr>
            <a:r>
              <a:rPr b="1" lang="en-US" sz="2500">
                <a:solidFill>
                  <a:schemeClr val="dk1"/>
                </a:solidFill>
                <a:latin typeface="Times New Roman"/>
                <a:ea typeface="Times New Roman"/>
                <a:cs typeface="Times New Roman"/>
                <a:sym typeface="Times New Roman"/>
              </a:rPr>
              <a:t>Total Number of movements </a:t>
            </a:r>
            <a:r>
              <a:rPr lang="en-US" sz="2500">
                <a:solidFill>
                  <a:schemeClr val="dk1"/>
                </a:solidFill>
                <a:latin typeface="Times New Roman"/>
                <a:ea typeface="Times New Roman"/>
                <a:cs typeface="Times New Roman"/>
                <a:sym typeface="Times New Roman"/>
              </a:rPr>
              <a:t>= (0+499)/2 = 249.5</a:t>
            </a:r>
            <a:endParaRPr sz="2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800"/>
              <a:buFont typeface="Arial"/>
              <a:buNone/>
            </a:pPr>
            <a:r>
              <a:rPr lang="en-US" sz="2500">
                <a:solidFill>
                  <a:schemeClr val="dk1"/>
                </a:solidFill>
                <a:latin typeface="Times New Roman"/>
                <a:ea typeface="Times New Roman"/>
                <a:cs typeface="Times New Roman"/>
                <a:sym typeface="Times New Roman"/>
              </a:rPr>
              <a:t>Seek Time = (249.5*1) ms = 249.5 ms</a:t>
            </a:r>
            <a:endParaRPr sz="25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2800"/>
              <a:buFont typeface="Arial"/>
              <a:buNone/>
            </a:pPr>
            <a:r>
              <a:rPr lang="en-US" sz="2500">
                <a:solidFill>
                  <a:schemeClr val="dk1"/>
                </a:solidFill>
                <a:latin typeface="Times New Roman"/>
                <a:ea typeface="Times New Roman"/>
                <a:cs typeface="Times New Roman"/>
                <a:sym typeface="Times New Roman"/>
              </a:rPr>
              <a:t>600 RPM means, 600 rotation in 60 sec</a:t>
            </a:r>
            <a:endParaRPr sz="25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2800"/>
              <a:buFont typeface="Arial"/>
              <a:buNone/>
            </a:pPr>
            <a:r>
              <a:rPr lang="en-US" sz="2500">
                <a:solidFill>
                  <a:schemeClr val="dk1"/>
                </a:solidFill>
                <a:latin typeface="Times New Roman"/>
                <a:ea typeface="Times New Roman"/>
                <a:cs typeface="Times New Roman"/>
                <a:sym typeface="Times New Roman"/>
              </a:rPr>
              <a:t>                                   1      “            (60/600)sec = </a:t>
            </a:r>
            <a:r>
              <a:rPr lang="en-US" sz="2500">
                <a:solidFill>
                  <a:srgbClr val="0000FF"/>
                </a:solidFill>
                <a:latin typeface="Times New Roman"/>
                <a:ea typeface="Times New Roman"/>
                <a:cs typeface="Times New Roman"/>
                <a:sym typeface="Times New Roman"/>
              </a:rPr>
              <a:t>100 msec   </a:t>
            </a:r>
            <a:r>
              <a:rPr lang="en-US" sz="2500">
                <a:solidFill>
                  <a:schemeClr val="dk1"/>
                </a:solidFill>
                <a:latin typeface="Times New Roman"/>
                <a:ea typeface="Times New Roman"/>
                <a:cs typeface="Times New Roman"/>
                <a:sym typeface="Times New Roman"/>
              </a:rPr>
              <a:t>                    </a:t>
            </a:r>
            <a:br>
              <a:rPr lang="en-US" sz="2500">
                <a:solidFill>
                  <a:schemeClr val="dk1"/>
                </a:solidFill>
                <a:latin typeface="Times New Roman"/>
                <a:ea typeface="Times New Roman"/>
                <a:cs typeface="Times New Roman"/>
                <a:sym typeface="Times New Roman"/>
              </a:rPr>
            </a:br>
            <a:r>
              <a:rPr lang="en-US" sz="2500">
                <a:solidFill>
                  <a:schemeClr val="dk1"/>
                </a:solidFill>
                <a:latin typeface="Times New Roman"/>
                <a:ea typeface="Times New Roman"/>
                <a:cs typeface="Times New Roman"/>
                <a:sym typeface="Times New Roman"/>
              </a:rPr>
              <a:t> ARD = (½×100) ms = 50 ms</a:t>
            </a:r>
            <a:endParaRPr b="1" sz="25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b="1" lang="en-US" sz="2500">
                <a:solidFill>
                  <a:schemeClr val="dk1"/>
                </a:solidFill>
                <a:latin typeface="Times New Roman"/>
                <a:ea typeface="Times New Roman"/>
                <a:cs typeface="Times New Roman"/>
                <a:sym typeface="Times New Roman"/>
              </a:rPr>
              <a:t>Reading full track </a:t>
            </a:r>
            <a:r>
              <a:rPr lang="en-US" sz="2500">
                <a:solidFill>
                  <a:schemeClr val="dk1"/>
                </a:solidFill>
                <a:latin typeface="Times New Roman"/>
                <a:ea typeface="Times New Roman"/>
                <a:cs typeface="Times New Roman"/>
                <a:sym typeface="Times New Roman"/>
              </a:rPr>
              <a:t>= 100 sectors each </a:t>
            </a:r>
            <a:r>
              <a:rPr lang="en-US" sz="2500">
                <a:solidFill>
                  <a:schemeClr val="dk1"/>
                </a:solidFill>
                <a:latin typeface="Times New Roman"/>
                <a:ea typeface="Times New Roman"/>
                <a:cs typeface="Times New Roman"/>
                <a:sym typeface="Times New Roman"/>
              </a:rPr>
              <a:t>having</a:t>
            </a:r>
            <a:r>
              <a:rPr lang="en-US" sz="2500">
                <a:solidFill>
                  <a:schemeClr val="dk1"/>
                </a:solidFill>
                <a:latin typeface="Times New Roman"/>
                <a:ea typeface="Times New Roman"/>
                <a:cs typeface="Times New Roman"/>
                <a:sym typeface="Times New Roman"/>
              </a:rPr>
              <a:t> 500 bytes</a:t>
            </a:r>
            <a:endParaRPr sz="25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lang="en-US" sz="2500">
                <a:solidFill>
                  <a:schemeClr val="dk1"/>
                </a:solidFill>
                <a:latin typeface="Times New Roman"/>
                <a:ea typeface="Times New Roman"/>
                <a:cs typeface="Times New Roman"/>
                <a:sym typeface="Times New Roman"/>
              </a:rPr>
              <a:t>One rotation data </a:t>
            </a:r>
            <a:r>
              <a:rPr lang="en-US" sz="2500">
                <a:solidFill>
                  <a:schemeClr val="dk1"/>
                </a:solidFill>
                <a:latin typeface="Times New Roman"/>
                <a:ea typeface="Times New Roman"/>
                <a:cs typeface="Times New Roman"/>
                <a:sym typeface="Times New Roman"/>
              </a:rPr>
              <a:t>transfer</a:t>
            </a:r>
            <a:r>
              <a:rPr lang="en-US" sz="2500">
                <a:solidFill>
                  <a:schemeClr val="dk1"/>
                </a:solidFill>
                <a:latin typeface="Times New Roman"/>
                <a:ea typeface="Times New Roman"/>
                <a:cs typeface="Times New Roman"/>
                <a:sym typeface="Times New Roman"/>
              </a:rPr>
              <a:t> time or Reading 500*100 bytes time requires </a:t>
            </a:r>
            <a:r>
              <a:rPr lang="en-US" sz="2500">
                <a:solidFill>
                  <a:srgbClr val="0000FF"/>
                </a:solidFill>
                <a:latin typeface="Times New Roman"/>
                <a:ea typeface="Times New Roman"/>
                <a:cs typeface="Times New Roman"/>
                <a:sym typeface="Times New Roman"/>
              </a:rPr>
              <a:t>100 msec</a:t>
            </a:r>
            <a:endParaRPr sz="2500">
              <a:solidFill>
                <a:srgbClr val="0000FF"/>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800"/>
              <a:buFont typeface="Arial"/>
              <a:buNone/>
            </a:pPr>
            <a:r>
              <a:rPr lang="en-US" sz="2500">
                <a:solidFill>
                  <a:schemeClr val="dk1"/>
                </a:solidFill>
                <a:latin typeface="Times New Roman"/>
                <a:ea typeface="Times New Roman"/>
                <a:cs typeface="Times New Roman"/>
                <a:sym typeface="Times New Roman"/>
              </a:rPr>
              <a:t>So, for </a:t>
            </a:r>
            <a:r>
              <a:rPr lang="en-US" sz="2500">
                <a:solidFill>
                  <a:schemeClr val="dk1"/>
                </a:solidFill>
                <a:latin typeface="Times New Roman"/>
                <a:ea typeface="Times New Roman"/>
                <a:cs typeface="Times New Roman"/>
                <a:sym typeface="Times New Roman"/>
              </a:rPr>
              <a:t>250 bytes</a:t>
            </a:r>
            <a:r>
              <a:rPr lang="en-US" sz="2500">
                <a:solidFill>
                  <a:schemeClr val="dk1"/>
                </a:solidFill>
                <a:latin typeface="Times New Roman"/>
                <a:ea typeface="Times New Roman"/>
                <a:cs typeface="Times New Roman"/>
                <a:sym typeface="Times New Roman"/>
              </a:rPr>
              <a:t> = (100*250/500*100) msec = 0.5 msec</a:t>
            </a:r>
            <a:endParaRPr b="0" i="0" sz="25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2800"/>
              <a:buFont typeface="Arial"/>
              <a:buNone/>
            </a:pPr>
            <a:r>
              <a:rPr b="1" lang="en-US" sz="2500">
                <a:solidFill>
                  <a:schemeClr val="dk1"/>
                </a:solidFill>
                <a:latin typeface="Times New Roman"/>
                <a:ea typeface="Times New Roman"/>
                <a:cs typeface="Times New Roman"/>
                <a:sym typeface="Times New Roman"/>
              </a:rPr>
              <a:t>Disk Access Time </a:t>
            </a:r>
            <a:r>
              <a:rPr lang="en-US" sz="2500">
                <a:solidFill>
                  <a:schemeClr val="dk1"/>
                </a:solidFill>
                <a:latin typeface="Times New Roman"/>
                <a:ea typeface="Times New Roman"/>
                <a:cs typeface="Times New Roman"/>
                <a:sym typeface="Times New Roman"/>
              </a:rPr>
              <a:t>= Seek Time + Rotational time + Transfer Time</a:t>
            </a:r>
            <a:endParaRPr sz="25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800"/>
              <a:buFont typeface="Arial"/>
              <a:buNone/>
            </a:pPr>
            <a:r>
              <a:rPr lang="en-US" sz="2500">
                <a:solidFill>
                  <a:schemeClr val="dk1"/>
                </a:solidFill>
                <a:latin typeface="Times New Roman"/>
                <a:ea typeface="Times New Roman"/>
                <a:cs typeface="Times New Roman"/>
                <a:sym typeface="Times New Roman"/>
              </a:rPr>
              <a:t>                               = 249.5 + 50 + 0.5 = 300ms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4a2c1fbb12_0_6"/>
          <p:cNvSpPr txBox="1"/>
          <p:nvPr>
            <p:ph type="title"/>
          </p:nvPr>
        </p:nvSpPr>
        <p:spPr>
          <a:xfrm>
            <a:off x="685800" y="350113"/>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Magnetic Disk Performance</a:t>
            </a:r>
            <a:endParaRPr/>
          </a:p>
        </p:txBody>
      </p:sp>
      <p:sp>
        <p:nvSpPr>
          <p:cNvPr id="117" name="Google Shape;117;g34a2c1fbb12_0_6"/>
          <p:cNvSpPr txBox="1"/>
          <p:nvPr>
            <p:ph idx="1" type="body"/>
          </p:nvPr>
        </p:nvSpPr>
        <p:spPr>
          <a:xfrm>
            <a:off x="1209675" y="1644650"/>
            <a:ext cx="12344400" cy="6040500"/>
          </a:xfrm>
          <a:prstGeom prst="rect">
            <a:avLst/>
          </a:prstGeom>
          <a:noFill/>
          <a:ln>
            <a:noFill/>
          </a:ln>
        </p:spPr>
        <p:txBody>
          <a:bodyPr anchorCtr="0" anchor="t" bIns="65300" lIns="130600" spcFirstLastPara="1" rIns="130600" wrap="square" tIns="65300">
            <a:noAutofit/>
          </a:bodyPr>
          <a:lstStyle/>
          <a:p>
            <a:pPr indent="-488950" lvl="0" marL="488950" rtl="0" algn="l">
              <a:lnSpc>
                <a:spcPct val="100000"/>
              </a:lnSpc>
              <a:spcBef>
                <a:spcPts val="0"/>
              </a:spcBef>
              <a:spcAft>
                <a:spcPts val="0"/>
              </a:spcAft>
              <a:buSzPts val="2800"/>
              <a:buChar char="●"/>
            </a:pPr>
            <a:r>
              <a:rPr b="1" lang="en-US" sz="2800">
                <a:solidFill>
                  <a:srgbClr val="3366FF"/>
                </a:solidFill>
                <a:latin typeface="Times New Roman"/>
                <a:ea typeface="Times New Roman"/>
                <a:cs typeface="Times New Roman"/>
                <a:sym typeface="Times New Roman"/>
              </a:rPr>
              <a:t>Access Latency </a:t>
            </a:r>
            <a:r>
              <a:rPr lang="en-US" sz="2800">
                <a:latin typeface="Times New Roman"/>
                <a:ea typeface="Times New Roman"/>
                <a:cs typeface="Times New Roman"/>
                <a:sym typeface="Times New Roman"/>
              </a:rPr>
              <a:t>= </a:t>
            </a:r>
            <a:r>
              <a:rPr b="1" lang="en-US" sz="2800">
                <a:solidFill>
                  <a:srgbClr val="3366FF"/>
                </a:solidFill>
                <a:latin typeface="Times New Roman"/>
                <a:ea typeface="Times New Roman"/>
                <a:cs typeface="Times New Roman"/>
                <a:sym typeface="Times New Roman"/>
              </a:rPr>
              <a:t>Average access time </a:t>
            </a:r>
            <a:r>
              <a:rPr lang="en-US" sz="2800">
                <a:latin typeface="Times New Roman"/>
                <a:ea typeface="Times New Roman"/>
                <a:cs typeface="Times New Roman"/>
                <a:sym typeface="Times New Roman"/>
              </a:rPr>
              <a:t>= average seek time + average latency</a:t>
            </a:r>
            <a:endParaRPr sz="2800">
              <a:latin typeface="Times New Roman"/>
              <a:ea typeface="Times New Roman"/>
              <a:cs typeface="Times New Roman"/>
              <a:sym typeface="Times New Roman"/>
            </a:endParaRPr>
          </a:p>
          <a:p>
            <a:pPr indent="-494347" lvl="1" marL="1060450" rtl="0" algn="l">
              <a:lnSpc>
                <a:spcPct val="100000"/>
              </a:lnSpc>
              <a:spcBef>
                <a:spcPts val="630"/>
              </a:spcBef>
              <a:spcAft>
                <a:spcPts val="0"/>
              </a:spcAft>
              <a:buSzPts val="2800"/>
              <a:buFont typeface="Times New Roman"/>
              <a:buChar char="●"/>
            </a:pPr>
            <a:r>
              <a:rPr lang="en-US">
                <a:latin typeface="Times New Roman"/>
                <a:ea typeface="Times New Roman"/>
                <a:cs typeface="Times New Roman"/>
                <a:sym typeface="Times New Roman"/>
              </a:rPr>
              <a:t>For fastest disk 3ms + 2ms = 5ms</a:t>
            </a:r>
            <a:endParaRPr>
              <a:latin typeface="Times New Roman"/>
              <a:ea typeface="Times New Roman"/>
              <a:cs typeface="Times New Roman"/>
              <a:sym typeface="Times New Roman"/>
            </a:endParaRPr>
          </a:p>
          <a:p>
            <a:pPr indent="-494347" lvl="1" marL="1060450" rtl="0" algn="l">
              <a:lnSpc>
                <a:spcPct val="100000"/>
              </a:lnSpc>
              <a:spcBef>
                <a:spcPts val="630"/>
              </a:spcBef>
              <a:spcAft>
                <a:spcPts val="0"/>
              </a:spcAft>
              <a:buSzPts val="2800"/>
              <a:buFont typeface="Times New Roman"/>
              <a:buChar char="●"/>
            </a:pPr>
            <a:r>
              <a:rPr lang="en-US">
                <a:latin typeface="Times New Roman"/>
                <a:ea typeface="Times New Roman"/>
                <a:cs typeface="Times New Roman"/>
                <a:sym typeface="Times New Roman"/>
              </a:rPr>
              <a:t>For slow disk 9ms + 5.56ms = 14.56ms</a:t>
            </a:r>
            <a:endParaRPr>
              <a:latin typeface="Times New Roman"/>
              <a:ea typeface="Times New Roman"/>
              <a:cs typeface="Times New Roman"/>
              <a:sym typeface="Times New Roman"/>
            </a:endParaRPr>
          </a:p>
          <a:p>
            <a:pPr indent="-316547" lvl="1" marL="1060450" rtl="0" algn="l">
              <a:lnSpc>
                <a:spcPct val="100000"/>
              </a:lnSpc>
              <a:spcBef>
                <a:spcPts val="630"/>
              </a:spcBef>
              <a:spcAft>
                <a:spcPts val="0"/>
              </a:spcAft>
              <a:buSzPts val="144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800"/>
              <a:buFont typeface="Times New Roman"/>
              <a:buChar char="●"/>
            </a:pPr>
            <a:r>
              <a:rPr lang="en-US" sz="2800">
                <a:latin typeface="Times New Roman"/>
                <a:ea typeface="Times New Roman"/>
                <a:cs typeface="Times New Roman"/>
                <a:sym typeface="Times New Roman"/>
              </a:rPr>
              <a:t>Average I/O time = average access time + (amount to transfer / transfer rate) + controller overhead</a:t>
            </a:r>
            <a:endParaRPr sz="2800">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sz="28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800"/>
              <a:buFont typeface="Times New Roman"/>
              <a:buChar char="●"/>
            </a:pPr>
            <a:r>
              <a:rPr lang="en-US" sz="2800">
                <a:latin typeface="Times New Roman"/>
                <a:ea typeface="Times New Roman"/>
                <a:cs typeface="Times New Roman"/>
                <a:sym typeface="Times New Roman"/>
              </a:rPr>
              <a:t>For example to transfer a 4KB block on a 7200 RPM disk with a 5ms average seek time, 1Gb/sec transfer rate with a .1ms controller overhead =</a:t>
            </a:r>
            <a:endParaRPr sz="2800">
              <a:latin typeface="Times New Roman"/>
              <a:ea typeface="Times New Roman"/>
              <a:cs typeface="Times New Roman"/>
              <a:sym typeface="Times New Roman"/>
            </a:endParaRPr>
          </a:p>
          <a:p>
            <a:pPr indent="-494347" lvl="1" marL="1060450" rtl="0" algn="l">
              <a:lnSpc>
                <a:spcPct val="100000"/>
              </a:lnSpc>
              <a:spcBef>
                <a:spcPts val="630"/>
              </a:spcBef>
              <a:spcAft>
                <a:spcPts val="0"/>
              </a:spcAft>
              <a:buSzPts val="2800"/>
              <a:buFont typeface="Times New Roman"/>
              <a:buChar char="●"/>
            </a:pPr>
            <a:r>
              <a:rPr lang="en-US">
                <a:latin typeface="Times New Roman"/>
                <a:ea typeface="Times New Roman"/>
                <a:cs typeface="Times New Roman"/>
                <a:sym typeface="Times New Roman"/>
              </a:rPr>
              <a:t>5ms + 4.17ms + 0.1ms + transfer time =</a:t>
            </a:r>
            <a:endParaRPr>
              <a:latin typeface="Times New Roman"/>
              <a:ea typeface="Times New Roman"/>
              <a:cs typeface="Times New Roman"/>
              <a:sym typeface="Times New Roman"/>
            </a:endParaRPr>
          </a:p>
          <a:p>
            <a:pPr indent="-494347" lvl="1" marL="1060450" rtl="0" algn="l">
              <a:lnSpc>
                <a:spcPct val="100000"/>
              </a:lnSpc>
              <a:spcBef>
                <a:spcPts val="630"/>
              </a:spcBef>
              <a:spcAft>
                <a:spcPts val="0"/>
              </a:spcAft>
              <a:buSzPts val="2800"/>
              <a:buFont typeface="Times New Roman"/>
              <a:buChar char="●"/>
            </a:pPr>
            <a:r>
              <a:rPr lang="en-US">
                <a:latin typeface="Times New Roman"/>
                <a:ea typeface="Times New Roman"/>
                <a:cs typeface="Times New Roman"/>
                <a:sym typeface="Times New Roman"/>
              </a:rPr>
              <a:t>Transfer time = 4KB / 1Gb/s * 8Gb / GB * 1GB / 1024</a:t>
            </a:r>
            <a:r>
              <a:rPr baseline="30000" lang="en-US">
                <a:latin typeface="Times New Roman"/>
                <a:ea typeface="Times New Roman"/>
                <a:cs typeface="Times New Roman"/>
                <a:sym typeface="Times New Roman"/>
              </a:rPr>
              <a:t>2 </a:t>
            </a:r>
            <a:r>
              <a:rPr lang="en-US">
                <a:latin typeface="Times New Roman"/>
                <a:ea typeface="Times New Roman"/>
                <a:cs typeface="Times New Roman"/>
                <a:sym typeface="Times New Roman"/>
              </a:rPr>
              <a:t>KB = 32 / (1024</a:t>
            </a:r>
            <a:r>
              <a:rPr baseline="30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 0.031 ms </a:t>
            </a:r>
            <a:endParaRPr>
              <a:latin typeface="Times New Roman"/>
              <a:ea typeface="Times New Roman"/>
              <a:cs typeface="Times New Roman"/>
              <a:sym typeface="Times New Roman"/>
            </a:endParaRPr>
          </a:p>
          <a:p>
            <a:pPr indent="-494347" lvl="1" marL="1060450" rtl="0" algn="l">
              <a:lnSpc>
                <a:spcPct val="100000"/>
              </a:lnSpc>
              <a:spcBef>
                <a:spcPts val="630"/>
              </a:spcBef>
              <a:spcAft>
                <a:spcPts val="0"/>
              </a:spcAft>
              <a:buSzPts val="2800"/>
              <a:buFont typeface="Times New Roman"/>
              <a:buChar char="●"/>
            </a:pPr>
            <a:r>
              <a:rPr lang="en-US">
                <a:latin typeface="Times New Roman"/>
                <a:ea typeface="Times New Roman"/>
                <a:cs typeface="Times New Roman"/>
                <a:sym typeface="Times New Roman"/>
              </a:rPr>
              <a:t>Average I/O time for 4KB block = 9.27ms + .031ms = 9.301ms</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sz="1800"/>
          </a:p>
          <a:p>
            <a:pPr indent="-386080" lvl="0" marL="488950" rtl="0" algn="l">
              <a:lnSpc>
                <a:spcPct val="100000"/>
              </a:lnSpc>
              <a:spcBef>
                <a:spcPts val="630"/>
              </a:spcBef>
              <a:spcAft>
                <a:spcPts val="0"/>
              </a:spcAft>
              <a:buSzPts val="1620"/>
              <a:buNone/>
            </a:pPr>
            <a:r>
              <a:t/>
            </a:r>
            <a:endParaRPr sz="1800"/>
          </a:p>
          <a:p>
            <a:pPr indent="-386080" lvl="0" marL="488950" rtl="0" algn="l">
              <a:lnSpc>
                <a:spcPct val="100000"/>
              </a:lnSpc>
              <a:spcBef>
                <a:spcPts val="630"/>
              </a:spcBef>
              <a:spcAft>
                <a:spcPts val="0"/>
              </a:spcAft>
              <a:buSzPts val="1620"/>
              <a:buNone/>
            </a:pPr>
            <a:r>
              <a:t/>
            </a:r>
            <a:endParaRPr sz="1800"/>
          </a:p>
          <a:p>
            <a:pPr indent="-386080" lvl="0" marL="488950" rtl="0" algn="l">
              <a:lnSpc>
                <a:spcPct val="100000"/>
              </a:lnSpc>
              <a:spcBef>
                <a:spcPts val="630"/>
              </a:spcBef>
              <a:spcAft>
                <a:spcPts val="0"/>
              </a:spcAft>
              <a:buSzPts val="1620"/>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496e2bd966_0_0"/>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Disk Scheduling Algorithms</a:t>
            </a:r>
            <a:endParaRPr/>
          </a:p>
        </p:txBody>
      </p:sp>
      <p:sp>
        <p:nvSpPr>
          <p:cNvPr id="124" name="Google Shape;124;g3496e2bd966_0_0"/>
          <p:cNvSpPr txBox="1"/>
          <p:nvPr>
            <p:ph idx="1" type="body"/>
          </p:nvPr>
        </p:nvSpPr>
        <p:spPr>
          <a:xfrm>
            <a:off x="3216375" y="2304875"/>
            <a:ext cx="8177400" cy="4598100"/>
          </a:xfrm>
          <a:prstGeom prst="rect">
            <a:avLst/>
          </a:prstGeom>
          <a:noFill/>
          <a:ln>
            <a:noFill/>
          </a:ln>
        </p:spPr>
        <p:txBody>
          <a:bodyPr anchorCtr="0" anchor="t" bIns="65300" lIns="130600" spcFirstLastPara="1" rIns="130600" wrap="square" tIns="65300">
            <a:noAutofit/>
          </a:bodyPr>
          <a:lstStyle/>
          <a:p>
            <a:pPr indent="-488950" lvl="0" marL="488950" rtl="0" algn="l">
              <a:lnSpc>
                <a:spcPct val="115000"/>
              </a:lnSpc>
              <a:spcBef>
                <a:spcPts val="0"/>
              </a:spcBef>
              <a:spcAft>
                <a:spcPts val="0"/>
              </a:spcAft>
              <a:buSzPts val="2620"/>
              <a:buFont typeface="Times New Roman"/>
              <a:buChar char="●"/>
            </a:pPr>
            <a:r>
              <a:rPr lang="en-US" sz="2800">
                <a:latin typeface="Times New Roman"/>
                <a:ea typeface="Times New Roman"/>
                <a:cs typeface="Times New Roman"/>
                <a:sym typeface="Times New Roman"/>
              </a:rPr>
              <a:t>FCFS</a:t>
            </a:r>
            <a:endParaRPr sz="2800">
              <a:latin typeface="Times New Roman"/>
              <a:ea typeface="Times New Roman"/>
              <a:cs typeface="Times New Roman"/>
              <a:sym typeface="Times New Roman"/>
            </a:endParaRPr>
          </a:p>
          <a:p>
            <a:pPr indent="-488950" lvl="0" marL="48895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SSTF</a:t>
            </a:r>
            <a:endParaRPr sz="2800">
              <a:latin typeface="Times New Roman"/>
              <a:ea typeface="Times New Roman"/>
              <a:cs typeface="Times New Roman"/>
              <a:sym typeface="Times New Roman"/>
            </a:endParaRPr>
          </a:p>
          <a:p>
            <a:pPr indent="-488950" lvl="0" marL="48895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SCAN</a:t>
            </a:r>
            <a:endParaRPr sz="2800">
              <a:latin typeface="Times New Roman"/>
              <a:ea typeface="Times New Roman"/>
              <a:cs typeface="Times New Roman"/>
              <a:sym typeface="Times New Roman"/>
            </a:endParaRPr>
          </a:p>
          <a:p>
            <a:pPr indent="-488950" lvl="0" marL="48895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LOOK</a:t>
            </a:r>
            <a:endParaRPr sz="2800">
              <a:latin typeface="Times New Roman"/>
              <a:ea typeface="Times New Roman"/>
              <a:cs typeface="Times New Roman"/>
              <a:sym typeface="Times New Roman"/>
            </a:endParaRPr>
          </a:p>
          <a:p>
            <a:pPr indent="-488950" lvl="0" marL="48895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C-SCAN</a:t>
            </a:r>
            <a:endParaRPr sz="2800">
              <a:latin typeface="Times New Roman"/>
              <a:ea typeface="Times New Roman"/>
              <a:cs typeface="Times New Roman"/>
              <a:sym typeface="Times New Roman"/>
            </a:endParaRPr>
          </a:p>
          <a:p>
            <a:pPr indent="-488950" lvl="0" marL="488950" rtl="0" algn="l">
              <a:lnSpc>
                <a:spcPct val="115000"/>
              </a:lnSpc>
              <a:spcBef>
                <a:spcPts val="0"/>
              </a:spcBef>
              <a:spcAft>
                <a:spcPts val="0"/>
              </a:spcAft>
              <a:buSzPts val="2800"/>
              <a:buFont typeface="Times New Roman"/>
              <a:buChar char="●"/>
            </a:pPr>
            <a:r>
              <a:rPr lang="en-US" sz="2800">
                <a:latin typeface="Times New Roman"/>
                <a:ea typeface="Times New Roman"/>
                <a:cs typeface="Times New Roman"/>
                <a:sym typeface="Times New Roman"/>
              </a:rPr>
              <a:t>C_LOOK</a:t>
            </a:r>
            <a:endParaRPr sz="2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1495425" y="369888"/>
            <a:ext cx="11568113"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sz="4300"/>
              <a:t>Selecting a Disk-Scheduling Algorithm</a:t>
            </a:r>
            <a:endParaRPr/>
          </a:p>
        </p:txBody>
      </p:sp>
      <p:sp>
        <p:nvSpPr>
          <p:cNvPr id="131" name="Google Shape;131;p21"/>
          <p:cNvSpPr txBox="1"/>
          <p:nvPr>
            <p:ph idx="1" type="body"/>
          </p:nvPr>
        </p:nvSpPr>
        <p:spPr>
          <a:xfrm>
            <a:off x="1209675" y="1644650"/>
            <a:ext cx="11396663" cy="6040438"/>
          </a:xfrm>
          <a:prstGeom prst="rect">
            <a:avLst/>
          </a:prstGeom>
          <a:noFill/>
          <a:ln>
            <a:noFill/>
          </a:ln>
        </p:spPr>
        <p:txBody>
          <a:bodyPr anchorCtr="0" anchor="t" bIns="65300" lIns="130600" spcFirstLastPara="1" rIns="130600" wrap="square" tIns="65300">
            <a:noAutofit/>
          </a:bodyPr>
          <a:lstStyle/>
          <a:p>
            <a:pPr indent="-488950" lvl="0" marL="488950" rtl="0" algn="l">
              <a:lnSpc>
                <a:spcPct val="10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SSTF is common and has a natural appeal</a:t>
            </a:r>
            <a:endParaRPr sz="29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SCAN and C-SCAN perform better for systems that place a heavy load on the disk</a:t>
            </a:r>
            <a:endParaRPr sz="2900">
              <a:latin typeface="Times New Roman"/>
              <a:ea typeface="Times New Roman"/>
              <a:cs typeface="Times New Roman"/>
              <a:sym typeface="Times New Roman"/>
            </a:endParaRPr>
          </a:p>
          <a:p>
            <a:pPr indent="-500697" lvl="1" marL="10604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Less starvation</a:t>
            </a:r>
            <a:endParaRPr sz="29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Performance depends on the number and types of requests</a:t>
            </a:r>
            <a:endParaRPr sz="29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The disk-scheduling algorithm should be written as a separate module of the operating system, allowing it to be replaced with a different algorithm if necessary</a:t>
            </a:r>
            <a:endParaRPr sz="2900">
              <a:latin typeface="Times New Roman"/>
              <a:ea typeface="Times New Roman"/>
              <a:cs typeface="Times New Roman"/>
              <a:sym typeface="Times New Roman"/>
            </a:endParaRPr>
          </a:p>
          <a:p>
            <a:pPr indent="-426085" lvl="0" marL="488950" rtl="0" algn="l">
              <a:lnSpc>
                <a:spcPct val="100000"/>
              </a:lnSpc>
              <a:spcBef>
                <a:spcPts val="385"/>
              </a:spcBef>
              <a:spcAft>
                <a:spcPts val="0"/>
              </a:spcAft>
              <a:buSzPts val="990"/>
              <a:buNone/>
            </a:pPr>
            <a:r>
              <a:t/>
            </a:r>
            <a:endParaRPr sz="29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Either SSTF or LOOK is a reasonable choice for the default algorithm</a:t>
            </a:r>
            <a:endParaRPr sz="29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What about rotational latency?</a:t>
            </a:r>
            <a:endParaRPr sz="2900">
              <a:latin typeface="Times New Roman"/>
              <a:ea typeface="Times New Roman"/>
              <a:cs typeface="Times New Roman"/>
              <a:sym typeface="Times New Roman"/>
            </a:endParaRPr>
          </a:p>
          <a:p>
            <a:pPr indent="-500697" lvl="1" marL="1060450" rtl="0" algn="l">
              <a:lnSpc>
                <a:spcPct val="100000"/>
              </a:lnSpc>
              <a:spcBef>
                <a:spcPts val="630"/>
              </a:spcBef>
              <a:spcAft>
                <a:spcPts val="0"/>
              </a:spcAft>
              <a:buSzPts val="2900"/>
              <a:buFont typeface="Times New Roman"/>
              <a:buChar char="●"/>
            </a:pPr>
            <a:r>
              <a:rPr lang="en-US" sz="2900">
                <a:latin typeface="Times New Roman"/>
                <a:ea typeface="Times New Roman"/>
                <a:cs typeface="Times New Roman"/>
                <a:sym typeface="Times New Roman"/>
              </a:rPr>
              <a:t>Difficult for OS to calculate</a:t>
            </a:r>
            <a:endParaRPr sz="2900">
              <a:latin typeface="Times New Roman"/>
              <a:ea typeface="Times New Roman"/>
              <a:cs typeface="Times New Roman"/>
              <a:sym typeface="Times New Roman"/>
            </a:endParaRPr>
          </a:p>
          <a:p>
            <a:pPr indent="-316547" lvl="1" marL="1060450" rtl="0" algn="l">
              <a:lnSpc>
                <a:spcPct val="100000"/>
              </a:lnSpc>
              <a:spcBef>
                <a:spcPts val="630"/>
              </a:spcBef>
              <a:spcAft>
                <a:spcPts val="0"/>
              </a:spcAft>
              <a:buSzPts val="1440"/>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1474788" y="369888"/>
            <a:ext cx="10425112"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FCFS: First Come First Serve</a:t>
            </a:r>
            <a:endParaRPr/>
          </a:p>
        </p:txBody>
      </p:sp>
      <p:sp>
        <p:nvSpPr>
          <p:cNvPr id="138" name="Google Shape;138;p12"/>
          <p:cNvSpPr txBox="1"/>
          <p:nvPr/>
        </p:nvSpPr>
        <p:spPr>
          <a:xfrm>
            <a:off x="3135313" y="1785938"/>
            <a:ext cx="5935662" cy="409575"/>
          </a:xfrm>
          <a:prstGeom prst="rect">
            <a:avLst/>
          </a:prstGeom>
          <a:noFill/>
          <a:ln>
            <a:noFill/>
          </a:ln>
        </p:spPr>
        <p:txBody>
          <a:bodyPr anchorCtr="0" anchor="ctr" bIns="65300" lIns="130600" spcFirstLastPara="1" rIns="130600" wrap="square" tIns="653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Illustration shows total head movement of 640 cylinders</a:t>
            </a:r>
            <a:endParaRPr b="0" i="0" sz="1400" u="none" cap="none" strike="noStrike">
              <a:solidFill>
                <a:srgbClr val="000000"/>
              </a:solidFill>
              <a:latin typeface="Arial"/>
              <a:ea typeface="Arial"/>
              <a:cs typeface="Arial"/>
              <a:sym typeface="Arial"/>
            </a:endParaRPr>
          </a:p>
        </p:txBody>
      </p:sp>
      <p:pic>
        <p:nvPicPr>
          <p:cNvPr id="139" name="Google Shape;139;p12"/>
          <p:cNvPicPr preferRelativeResize="0"/>
          <p:nvPr/>
        </p:nvPicPr>
        <p:blipFill rotWithShape="1">
          <a:blip r:embed="rId3">
            <a:alphaModFix/>
          </a:blip>
          <a:srcRect b="0" l="0" r="0" t="0"/>
          <a:stretch/>
        </p:blipFill>
        <p:spPr>
          <a:xfrm>
            <a:off x="1831975" y="2541588"/>
            <a:ext cx="8759825" cy="5641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20f5d1b6f5_0_6"/>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FCFS: First Come First Serve</a:t>
            </a:r>
            <a:endParaRPr/>
          </a:p>
        </p:txBody>
      </p:sp>
      <p:sp>
        <p:nvSpPr>
          <p:cNvPr id="146" name="Google Shape;146;g320f5d1b6f5_0_6"/>
          <p:cNvSpPr txBox="1"/>
          <p:nvPr/>
        </p:nvSpPr>
        <p:spPr>
          <a:xfrm>
            <a:off x="1230800" y="1808475"/>
            <a:ext cx="11625900" cy="595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147" name="Google Shape;147;g320f5d1b6f5_0_6"/>
          <p:cNvPicPr preferRelativeResize="0"/>
          <p:nvPr/>
        </p:nvPicPr>
        <p:blipFill rotWithShape="1">
          <a:blip r:embed="rId3">
            <a:alphaModFix/>
          </a:blip>
          <a:srcRect b="0" l="0" r="0" t="0"/>
          <a:stretch/>
        </p:blipFill>
        <p:spPr>
          <a:xfrm>
            <a:off x="1197442" y="3729175"/>
            <a:ext cx="11625900" cy="37767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20f5d1b6f5_0_15"/>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FCFS: First Come First Serve</a:t>
            </a:r>
            <a:endParaRPr/>
          </a:p>
        </p:txBody>
      </p:sp>
      <p:sp>
        <p:nvSpPr>
          <p:cNvPr id="154" name="Google Shape;154;g320f5d1b6f5_0_15"/>
          <p:cNvSpPr txBox="1"/>
          <p:nvPr/>
        </p:nvSpPr>
        <p:spPr>
          <a:xfrm>
            <a:off x="1178550" y="1860725"/>
            <a:ext cx="11851800" cy="600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(150-50)+(150-44)+(172-44)+(172-15)+(195-15)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671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Method 2:</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(88-50)+(150-88)+(150-44)+(172-44)+(172-30)+(30-15)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671</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SSTF: Shortest Seek Time First</a:t>
            </a:r>
            <a:endParaRPr/>
          </a:p>
        </p:txBody>
      </p:sp>
      <p:sp>
        <p:nvSpPr>
          <p:cNvPr id="161" name="Google Shape;161;p13"/>
          <p:cNvSpPr txBox="1"/>
          <p:nvPr>
            <p:ph idx="1" type="body"/>
          </p:nvPr>
        </p:nvSpPr>
        <p:spPr>
          <a:xfrm>
            <a:off x="1209675" y="1644650"/>
            <a:ext cx="11557000" cy="6040438"/>
          </a:xfrm>
          <a:prstGeom prst="rect">
            <a:avLst/>
          </a:prstGeom>
          <a:noFill/>
          <a:ln>
            <a:noFill/>
          </a:ln>
        </p:spPr>
        <p:txBody>
          <a:bodyPr anchorCtr="0" anchor="t" bIns="65300" lIns="130600" spcFirstLastPara="1" rIns="130600" wrap="square" tIns="65300">
            <a:noAutofit/>
          </a:bodyPr>
          <a:lstStyle/>
          <a:p>
            <a:pPr indent="0" lvl="0" marL="0" rtl="0" algn="l">
              <a:lnSpc>
                <a:spcPct val="100000"/>
              </a:lnSpc>
              <a:spcBef>
                <a:spcPts val="0"/>
              </a:spcBef>
              <a:spcAft>
                <a:spcPts val="0"/>
              </a:spcAft>
              <a:buSzPts val="1620"/>
              <a:buNone/>
            </a:pPr>
            <a:r>
              <a:t/>
            </a:r>
            <a:endParaRPr>
              <a:latin typeface="Times New Roman"/>
              <a:ea typeface="Times New Roman"/>
              <a:cs typeface="Times New Roman"/>
              <a:sym typeface="Times New Roman"/>
            </a:endParaRPr>
          </a:p>
          <a:p>
            <a:pPr indent="-431800" lvl="0" marL="457200" rtl="0" algn="l">
              <a:lnSpc>
                <a:spcPct val="100000"/>
              </a:lnSpc>
              <a:spcBef>
                <a:spcPts val="0"/>
              </a:spcBef>
              <a:spcAft>
                <a:spcPts val="0"/>
              </a:spcAft>
              <a:buSzPts val="3200"/>
              <a:buFont typeface="Times New Roman"/>
              <a:buChar char="●"/>
            </a:pPr>
            <a:r>
              <a:rPr lang="en-US">
                <a:latin typeface="Times New Roman"/>
                <a:ea typeface="Times New Roman"/>
                <a:cs typeface="Times New Roman"/>
                <a:sym typeface="Times New Roman"/>
              </a:rPr>
              <a:t>First selects the request with the minimum seek time from the current head position</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Seek time depends on number of movement. If the movement from source is less then seek will be also similar.</a:t>
            </a:r>
            <a:endParaRPr>
              <a:latin typeface="Times New Roman"/>
              <a:ea typeface="Times New Roman"/>
              <a:cs typeface="Times New Roman"/>
              <a:sym typeface="Times New Roman"/>
            </a:endParaRPr>
          </a:p>
          <a:p>
            <a:pPr indent="0" lvl="0" marL="45720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SSTF scheduling is a form of SJF scheduling; may cause starvation of some requests</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Illustration shows total head movement of 236 cylinders</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1d6300f323_0_15"/>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SSTF: Shortest Seek Time First</a:t>
            </a:r>
            <a:endParaRPr/>
          </a:p>
        </p:txBody>
      </p:sp>
      <p:sp>
        <p:nvSpPr>
          <p:cNvPr id="168" name="Google Shape;168;g31d6300f323_0_15"/>
          <p:cNvSpPr txBox="1"/>
          <p:nvPr/>
        </p:nvSpPr>
        <p:spPr>
          <a:xfrm>
            <a:off x="1230800" y="1808475"/>
            <a:ext cx="11416800" cy="655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Nearest Track Calculation:</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50-44=6      50-30=10</a:t>
            </a:r>
            <a:endParaRPr b="0" i="0" sz="3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44-30=14    44-14=29</a:t>
            </a:r>
            <a:endParaRPr b="0" i="0" sz="3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30-15=15    — — —</a:t>
            </a:r>
            <a:endParaRPr b="0" i="0" sz="3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If the difference is same then apply for both and take the one with shortest seek time.</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1d6300f323_0_0"/>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Clr>
                <a:schemeClr val="dk1"/>
              </a:buClr>
              <a:buSzPts val="1400"/>
              <a:buFont typeface="Arial"/>
              <a:buNone/>
            </a:pPr>
            <a:r>
              <a:rPr lang="en-US"/>
              <a:t>SSTF: Shortest Seek Time First</a:t>
            </a:r>
            <a:endParaRPr/>
          </a:p>
        </p:txBody>
      </p:sp>
      <p:pic>
        <p:nvPicPr>
          <p:cNvPr id="175" name="Google Shape;175;g31d6300f323_0_0"/>
          <p:cNvPicPr preferRelativeResize="0"/>
          <p:nvPr/>
        </p:nvPicPr>
        <p:blipFill rotWithShape="1">
          <a:blip r:embed="rId3">
            <a:alphaModFix/>
          </a:blip>
          <a:srcRect b="0" l="0" r="0" t="0"/>
          <a:stretch/>
        </p:blipFill>
        <p:spPr>
          <a:xfrm>
            <a:off x="1458700" y="2126650"/>
            <a:ext cx="11006175" cy="2268275"/>
          </a:xfrm>
          <a:prstGeom prst="rect">
            <a:avLst/>
          </a:prstGeom>
          <a:noFill/>
          <a:ln>
            <a:noFill/>
          </a:ln>
        </p:spPr>
      </p:pic>
      <p:sp>
        <p:nvSpPr>
          <p:cNvPr id="176" name="Google Shape;176;g31d6300f323_0_0"/>
          <p:cNvSpPr txBox="1"/>
          <p:nvPr/>
        </p:nvSpPr>
        <p:spPr>
          <a:xfrm>
            <a:off x="1143000" y="4911650"/>
            <a:ext cx="114657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(50-15)+(195-15)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215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Clr>
                <a:schemeClr val="dk1"/>
              </a:buClr>
              <a:buSzPts val="1400"/>
              <a:buFont typeface="Arial"/>
              <a:buNone/>
            </a:pPr>
            <a:r>
              <a:rPr lang="en-US"/>
              <a:t>SSTF: Shortest Seek Time First</a:t>
            </a:r>
            <a:endParaRPr/>
          </a:p>
        </p:txBody>
      </p:sp>
      <p:pic>
        <p:nvPicPr>
          <p:cNvPr descr="12" id="183" name="Google Shape;183;p14"/>
          <p:cNvPicPr preferRelativeResize="0"/>
          <p:nvPr/>
        </p:nvPicPr>
        <p:blipFill rotWithShape="1">
          <a:blip r:embed="rId3">
            <a:alphaModFix/>
          </a:blip>
          <a:srcRect b="0" l="0" r="0" t="0"/>
          <a:stretch/>
        </p:blipFill>
        <p:spPr>
          <a:xfrm>
            <a:off x="1390650" y="1687513"/>
            <a:ext cx="10756900" cy="6445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1d6300f323_0_5"/>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Clr>
                <a:schemeClr val="dk1"/>
              </a:buClr>
              <a:buSzPts val="1100"/>
              <a:buFont typeface="Arial"/>
              <a:buNone/>
            </a:pPr>
            <a:r>
              <a:rPr lang="en-US"/>
              <a:t>LOOK</a:t>
            </a:r>
            <a:endParaRPr/>
          </a:p>
        </p:txBody>
      </p:sp>
      <p:sp>
        <p:nvSpPr>
          <p:cNvPr id="190" name="Google Shape;190;g31d6300f323_0_5"/>
          <p:cNvSpPr txBox="1"/>
          <p:nvPr/>
        </p:nvSpPr>
        <p:spPr>
          <a:xfrm>
            <a:off x="1230800" y="1468850"/>
            <a:ext cx="11416800" cy="689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LOOK works in a particular direction</a:t>
            </a:r>
            <a:endParaRPr b="1"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 (Increasing order).</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191" name="Google Shape;191;g31d6300f323_0_5"/>
          <p:cNvPicPr preferRelativeResize="0"/>
          <p:nvPr/>
        </p:nvPicPr>
        <p:blipFill rotWithShape="1">
          <a:blip r:embed="rId3">
            <a:alphaModFix/>
          </a:blip>
          <a:srcRect b="0" l="0" r="0" t="0"/>
          <a:stretch/>
        </p:blipFill>
        <p:spPr>
          <a:xfrm>
            <a:off x="1474800" y="4908554"/>
            <a:ext cx="11017950" cy="26751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d6300f323_0_22"/>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LOOK</a:t>
            </a:r>
            <a:endParaRPr/>
          </a:p>
        </p:txBody>
      </p:sp>
      <p:sp>
        <p:nvSpPr>
          <p:cNvPr id="198" name="Google Shape;198;g31d6300f323_0_22"/>
          <p:cNvSpPr txBox="1"/>
          <p:nvPr/>
        </p:nvSpPr>
        <p:spPr>
          <a:xfrm>
            <a:off x="1230800" y="1468850"/>
            <a:ext cx="11416800" cy="689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199" name="Google Shape;199;g31d6300f323_0_22"/>
          <p:cNvPicPr preferRelativeResize="0"/>
          <p:nvPr/>
        </p:nvPicPr>
        <p:blipFill rotWithShape="1">
          <a:blip r:embed="rId3">
            <a:alphaModFix/>
          </a:blip>
          <a:srcRect b="0" l="0" r="0" t="0"/>
          <a:stretch/>
        </p:blipFill>
        <p:spPr>
          <a:xfrm>
            <a:off x="1322400" y="1555750"/>
            <a:ext cx="11416800" cy="2675200"/>
          </a:xfrm>
          <a:prstGeom prst="rect">
            <a:avLst/>
          </a:prstGeom>
          <a:noFill/>
          <a:ln>
            <a:noFill/>
          </a:ln>
        </p:spPr>
      </p:pic>
      <p:sp>
        <p:nvSpPr>
          <p:cNvPr id="200" name="Google Shape;200;g31d6300f323_0_22"/>
          <p:cNvSpPr txBox="1"/>
          <p:nvPr/>
        </p:nvSpPr>
        <p:spPr>
          <a:xfrm>
            <a:off x="1753325" y="4891325"/>
            <a:ext cx="10894200" cy="282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(195-50)+(195-15)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325</a:t>
            </a:r>
            <a:endParaRPr b="0" i="0" sz="3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C-LOOK</a:t>
            </a:r>
            <a:endParaRPr/>
          </a:p>
        </p:txBody>
      </p:sp>
      <p:sp>
        <p:nvSpPr>
          <p:cNvPr id="207" name="Google Shape;207;p19"/>
          <p:cNvSpPr txBox="1"/>
          <p:nvPr>
            <p:ph idx="1" type="body"/>
          </p:nvPr>
        </p:nvSpPr>
        <p:spPr>
          <a:xfrm>
            <a:off x="1209675" y="1644650"/>
            <a:ext cx="11516400" cy="4343400"/>
          </a:xfrm>
          <a:prstGeom prst="rect">
            <a:avLst/>
          </a:prstGeom>
          <a:noFill/>
          <a:ln>
            <a:noFill/>
          </a:ln>
        </p:spPr>
        <p:txBody>
          <a:bodyPr anchorCtr="0" anchor="t" bIns="65300" lIns="130600" spcFirstLastPara="1" rIns="130600" wrap="square" tIns="65300">
            <a:noAutofit/>
          </a:bodyPr>
          <a:lstStyle/>
          <a:p>
            <a:pPr indent="-488950" lvl="0" marL="488950" rtl="0" algn="l">
              <a:lnSpc>
                <a:spcPct val="100000"/>
              </a:lnSpc>
              <a:spcBef>
                <a:spcPts val="0"/>
              </a:spcBef>
              <a:spcAft>
                <a:spcPts val="0"/>
              </a:spcAft>
              <a:buSzPts val="3200"/>
              <a:buFont typeface="Times New Roman"/>
              <a:buChar char="●"/>
            </a:pPr>
            <a:r>
              <a:rPr lang="en-US">
                <a:latin typeface="Times New Roman"/>
                <a:ea typeface="Times New Roman"/>
                <a:cs typeface="Times New Roman"/>
                <a:sym typeface="Times New Roman"/>
              </a:rPr>
              <a:t>LOOK a version of SCAN, C-LOOK a version of C-SCAN</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Arm only goes as far as the last request in each direction, then reverses direction immediately, without first going all the way to the end of the disk </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Total number of cylinders?</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1d6300f323_0_30"/>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C-LOOK</a:t>
            </a:r>
            <a:endParaRPr/>
          </a:p>
        </p:txBody>
      </p:sp>
      <p:sp>
        <p:nvSpPr>
          <p:cNvPr id="214" name="Google Shape;214;g31d6300f323_0_30"/>
          <p:cNvSpPr txBox="1"/>
          <p:nvPr/>
        </p:nvSpPr>
        <p:spPr>
          <a:xfrm>
            <a:off x="1230800" y="1468850"/>
            <a:ext cx="11416800" cy="689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 (Increasing order).</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215" name="Google Shape;215;g31d6300f323_0_30"/>
          <p:cNvPicPr preferRelativeResize="0"/>
          <p:nvPr/>
        </p:nvPicPr>
        <p:blipFill rotWithShape="1">
          <a:blip r:embed="rId3">
            <a:alphaModFix/>
          </a:blip>
          <a:srcRect b="0" l="0" r="0" t="0"/>
          <a:stretch/>
        </p:blipFill>
        <p:spPr>
          <a:xfrm>
            <a:off x="1928562" y="4695550"/>
            <a:ext cx="10069475" cy="296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1d6300f323_0_38"/>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C-LOOK</a:t>
            </a:r>
            <a:endParaRPr/>
          </a:p>
        </p:txBody>
      </p:sp>
      <p:sp>
        <p:nvSpPr>
          <p:cNvPr id="222" name="Google Shape;222;g31d6300f323_0_38"/>
          <p:cNvSpPr txBox="1"/>
          <p:nvPr/>
        </p:nvSpPr>
        <p:spPr>
          <a:xfrm>
            <a:off x="1230800" y="5204825"/>
            <a:ext cx="11416800" cy="316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(195-50)+(195-15)+(44-15)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354</a:t>
            </a:r>
            <a:endParaRPr b="0" i="0" sz="1400" u="none" cap="none" strike="noStrike">
              <a:solidFill>
                <a:srgbClr val="000000"/>
              </a:solidFill>
              <a:latin typeface="Arial"/>
              <a:ea typeface="Arial"/>
              <a:cs typeface="Arial"/>
              <a:sym typeface="Arial"/>
            </a:endParaRPr>
          </a:p>
        </p:txBody>
      </p:sp>
      <p:pic>
        <p:nvPicPr>
          <p:cNvPr id="223" name="Google Shape;223;g31d6300f323_0_38"/>
          <p:cNvPicPr preferRelativeResize="0"/>
          <p:nvPr/>
        </p:nvPicPr>
        <p:blipFill rotWithShape="1">
          <a:blip r:embed="rId3">
            <a:alphaModFix/>
          </a:blip>
          <a:srcRect b="0" l="0" r="0" t="0"/>
          <a:stretch/>
        </p:blipFill>
        <p:spPr>
          <a:xfrm>
            <a:off x="1928562" y="1571350"/>
            <a:ext cx="10069475" cy="2969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ph type="title"/>
          </p:nvPr>
        </p:nvSpPr>
        <p:spPr>
          <a:xfrm>
            <a:off x="1198563" y="369888"/>
            <a:ext cx="11831637"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C-LOOK</a:t>
            </a:r>
            <a:endParaRPr/>
          </a:p>
        </p:txBody>
      </p:sp>
      <p:pic>
        <p:nvPicPr>
          <p:cNvPr descr="12" id="230" name="Google Shape;230;p20"/>
          <p:cNvPicPr preferRelativeResize="0"/>
          <p:nvPr/>
        </p:nvPicPr>
        <p:blipFill rotWithShape="1">
          <a:blip r:embed="rId3">
            <a:alphaModFix/>
          </a:blip>
          <a:srcRect b="0" l="0" r="0" t="0"/>
          <a:stretch/>
        </p:blipFill>
        <p:spPr>
          <a:xfrm>
            <a:off x="1479550" y="1347788"/>
            <a:ext cx="10968038" cy="6854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685800" y="369888"/>
            <a:ext cx="11761788"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SCAN</a:t>
            </a:r>
            <a:endParaRPr/>
          </a:p>
        </p:txBody>
      </p:sp>
      <p:sp>
        <p:nvSpPr>
          <p:cNvPr id="237" name="Google Shape;237;p15"/>
          <p:cNvSpPr txBox="1"/>
          <p:nvPr>
            <p:ph idx="1" type="body"/>
          </p:nvPr>
        </p:nvSpPr>
        <p:spPr>
          <a:xfrm>
            <a:off x="1209675" y="1644650"/>
            <a:ext cx="11599863" cy="6040438"/>
          </a:xfrm>
          <a:prstGeom prst="rect">
            <a:avLst/>
          </a:prstGeom>
          <a:noFill/>
          <a:ln>
            <a:noFill/>
          </a:ln>
        </p:spPr>
        <p:txBody>
          <a:bodyPr anchorCtr="0" anchor="t" bIns="65300" lIns="130600" spcFirstLastPara="1" rIns="130600" wrap="square" tIns="65300">
            <a:noAutofit/>
          </a:bodyPr>
          <a:lstStyle/>
          <a:p>
            <a:pPr indent="-488950" lvl="0" marL="488950" rtl="0" algn="l">
              <a:lnSpc>
                <a:spcPct val="100000"/>
              </a:lnSpc>
              <a:spcBef>
                <a:spcPts val="0"/>
              </a:spcBef>
              <a:spcAft>
                <a:spcPts val="0"/>
              </a:spcAft>
              <a:buSzPts val="3200"/>
              <a:buFont typeface="Times New Roman"/>
              <a:buChar char="●"/>
            </a:pPr>
            <a:r>
              <a:rPr lang="en-US">
                <a:latin typeface="Times New Roman"/>
                <a:ea typeface="Times New Roman"/>
                <a:cs typeface="Times New Roman"/>
                <a:sym typeface="Times New Roman"/>
              </a:rPr>
              <a:t>The disk arm starts at one end of the disk, and moves toward the other end, servicing requests until it gets to the other end of the disk, where the head movement is reversed and servicing continues.</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Char char="●"/>
            </a:pPr>
            <a:r>
              <a:rPr b="1" lang="en-US">
                <a:solidFill>
                  <a:srgbClr val="3366FF"/>
                </a:solidFill>
                <a:latin typeface="Times New Roman"/>
                <a:ea typeface="Times New Roman"/>
                <a:cs typeface="Times New Roman"/>
                <a:sym typeface="Times New Roman"/>
              </a:rPr>
              <a:t>SCAN algorithm</a:t>
            </a:r>
            <a:r>
              <a:rPr lang="en-US">
                <a:solidFill>
                  <a:srgbClr val="3366FF"/>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Sometimes called the </a:t>
            </a:r>
            <a:r>
              <a:rPr b="1" lang="en-US">
                <a:solidFill>
                  <a:srgbClr val="3366FF"/>
                </a:solidFill>
                <a:latin typeface="Times New Roman"/>
                <a:ea typeface="Times New Roman"/>
                <a:cs typeface="Times New Roman"/>
                <a:sym typeface="Times New Roman"/>
              </a:rPr>
              <a:t>elevator algorithm</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b="1">
              <a:solidFill>
                <a:srgbClr val="3366FF"/>
              </a:solidFill>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Illustration shows total head movement of 208 cylinders</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But note that if requests are uniformly dense, largest density at other end of disk and those wait the longest</a:t>
            </a: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1d6300f323_0_51"/>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SCAN</a:t>
            </a:r>
            <a:endParaRPr/>
          </a:p>
        </p:txBody>
      </p:sp>
      <p:sp>
        <p:nvSpPr>
          <p:cNvPr id="244" name="Google Shape;244;g31d6300f323_0_51"/>
          <p:cNvSpPr txBox="1"/>
          <p:nvPr/>
        </p:nvSpPr>
        <p:spPr>
          <a:xfrm>
            <a:off x="1230800" y="1468850"/>
            <a:ext cx="11416800" cy="689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 (</a:t>
            </a:r>
            <a:r>
              <a:rPr b="1" i="0" lang="en-US" sz="3200" u="none" cap="none" strike="noStrike">
                <a:solidFill>
                  <a:schemeClr val="dk1"/>
                </a:solidFill>
                <a:latin typeface="Times New Roman"/>
                <a:ea typeface="Times New Roman"/>
                <a:cs typeface="Times New Roman"/>
                <a:sym typeface="Times New Roman"/>
              </a:rPr>
              <a:t>Increasing order</a:t>
            </a:r>
            <a:r>
              <a:rPr b="0" i="0" lang="en-US" sz="3200" u="none" cap="none" strike="noStrike">
                <a:solidFill>
                  <a:schemeClr val="dk1"/>
                </a:solidFill>
                <a:latin typeface="Times New Roman"/>
                <a:ea typeface="Times New Roman"/>
                <a:cs typeface="Times New Roman"/>
                <a:sym typeface="Times New Roman"/>
              </a:rPr>
              <a: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245" name="Google Shape;245;g31d6300f323_0_51"/>
          <p:cNvPicPr preferRelativeResize="0"/>
          <p:nvPr/>
        </p:nvPicPr>
        <p:blipFill rotWithShape="1">
          <a:blip r:embed="rId3">
            <a:alphaModFix/>
          </a:blip>
          <a:srcRect b="0" l="0" r="0" t="0"/>
          <a:stretch/>
        </p:blipFill>
        <p:spPr>
          <a:xfrm>
            <a:off x="1995239" y="4288425"/>
            <a:ext cx="10056974" cy="346653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1d6300f323_0_59"/>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SCAN</a:t>
            </a:r>
            <a:endParaRPr/>
          </a:p>
        </p:txBody>
      </p:sp>
      <p:sp>
        <p:nvSpPr>
          <p:cNvPr id="252" name="Google Shape;252;g31d6300f323_0_59"/>
          <p:cNvSpPr txBox="1"/>
          <p:nvPr/>
        </p:nvSpPr>
        <p:spPr>
          <a:xfrm>
            <a:off x="1230800" y="5357225"/>
            <a:ext cx="11416800" cy="316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(199-50)+(199-15)</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354</a:t>
            </a:r>
            <a:endParaRPr b="0" i="0" sz="1400" u="none" cap="none" strike="noStrike">
              <a:solidFill>
                <a:srgbClr val="000000"/>
              </a:solidFill>
              <a:latin typeface="Arial"/>
              <a:ea typeface="Arial"/>
              <a:cs typeface="Arial"/>
              <a:sym typeface="Arial"/>
            </a:endParaRPr>
          </a:p>
        </p:txBody>
      </p:sp>
      <p:pic>
        <p:nvPicPr>
          <p:cNvPr id="253" name="Google Shape;253;g31d6300f323_0_59"/>
          <p:cNvPicPr preferRelativeResize="0"/>
          <p:nvPr/>
        </p:nvPicPr>
        <p:blipFill rotWithShape="1">
          <a:blip r:embed="rId3">
            <a:alphaModFix/>
          </a:blip>
          <a:srcRect b="0" l="0" r="0" t="0"/>
          <a:stretch/>
        </p:blipFill>
        <p:spPr>
          <a:xfrm>
            <a:off x="1995239" y="1469025"/>
            <a:ext cx="10056974" cy="34665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6"/>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SCAN (Cont.)</a:t>
            </a:r>
            <a:endParaRPr/>
          </a:p>
        </p:txBody>
      </p:sp>
      <p:pic>
        <p:nvPicPr>
          <p:cNvPr id="260" name="Google Shape;260;p16"/>
          <p:cNvPicPr preferRelativeResize="0"/>
          <p:nvPr/>
        </p:nvPicPr>
        <p:blipFill rotWithShape="1">
          <a:blip r:embed="rId3">
            <a:alphaModFix/>
          </a:blip>
          <a:srcRect b="0" l="0" r="0" t="0"/>
          <a:stretch/>
        </p:blipFill>
        <p:spPr>
          <a:xfrm>
            <a:off x="2036763" y="1544638"/>
            <a:ext cx="10045700" cy="6737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7"/>
          <p:cNvSpPr txBox="1"/>
          <p:nvPr>
            <p:ph type="title"/>
          </p:nvPr>
        </p:nvSpPr>
        <p:spPr>
          <a:xfrm>
            <a:off x="685800" y="369888"/>
            <a:ext cx="1180465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C-SCAN</a:t>
            </a:r>
            <a:endParaRPr/>
          </a:p>
        </p:txBody>
      </p:sp>
      <p:sp>
        <p:nvSpPr>
          <p:cNvPr id="267" name="Google Shape;267;p17"/>
          <p:cNvSpPr txBox="1"/>
          <p:nvPr>
            <p:ph idx="1" type="body"/>
          </p:nvPr>
        </p:nvSpPr>
        <p:spPr>
          <a:xfrm>
            <a:off x="1209675" y="1644650"/>
            <a:ext cx="11499850" cy="6040438"/>
          </a:xfrm>
          <a:prstGeom prst="rect">
            <a:avLst/>
          </a:prstGeom>
          <a:noFill/>
          <a:ln>
            <a:noFill/>
          </a:ln>
        </p:spPr>
        <p:txBody>
          <a:bodyPr anchorCtr="0" anchor="t" bIns="65300" lIns="130600" spcFirstLastPara="1" rIns="130600" wrap="square" tIns="65300">
            <a:noAutofit/>
          </a:bodyPr>
          <a:lstStyle/>
          <a:p>
            <a:pPr indent="-488950" lvl="0" marL="488950" rtl="0" algn="l">
              <a:lnSpc>
                <a:spcPct val="100000"/>
              </a:lnSpc>
              <a:spcBef>
                <a:spcPts val="0"/>
              </a:spcBef>
              <a:spcAft>
                <a:spcPts val="0"/>
              </a:spcAft>
              <a:buSzPts val="3200"/>
              <a:buFont typeface="Times New Roman"/>
              <a:buChar char="●"/>
            </a:pPr>
            <a:r>
              <a:rPr lang="en-US">
                <a:latin typeface="Times New Roman"/>
                <a:ea typeface="Times New Roman"/>
                <a:cs typeface="Times New Roman"/>
                <a:sym typeface="Times New Roman"/>
              </a:rPr>
              <a:t>Provides a more uniform wait time than SCAN</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The head moves from one end of the disk to the other, servicing requests as it goes</a:t>
            </a:r>
            <a:endParaRPr>
              <a:latin typeface="Times New Roman"/>
              <a:ea typeface="Times New Roman"/>
              <a:cs typeface="Times New Roman"/>
              <a:sym typeface="Times New Roman"/>
            </a:endParaRPr>
          </a:p>
          <a:p>
            <a:pPr indent="-519747" lvl="1" marL="1060450" rtl="0" algn="l">
              <a:lnSpc>
                <a:spcPct val="100000"/>
              </a:lnSpc>
              <a:spcBef>
                <a:spcPts val="630"/>
              </a:spcBef>
              <a:spcAft>
                <a:spcPts val="0"/>
              </a:spcAft>
              <a:buSzPts val="3200"/>
              <a:buFont typeface="Times New Roman"/>
              <a:buChar char="●"/>
            </a:pPr>
            <a:r>
              <a:rPr lang="en-US" sz="3200">
                <a:latin typeface="Times New Roman"/>
                <a:ea typeface="Times New Roman"/>
                <a:cs typeface="Times New Roman"/>
                <a:sym typeface="Times New Roman"/>
              </a:rPr>
              <a:t>When it reaches the other end, however, it immediately returns to the beginning of the disk, without servicing any requests on the return trip</a:t>
            </a:r>
            <a:endParaRPr sz="3200">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Treats the cylinders as a circular list that wraps around from the last cylinder to the first one</a:t>
            </a:r>
            <a:endParaRPr>
              <a:latin typeface="Times New Roman"/>
              <a:ea typeface="Times New Roman"/>
              <a:cs typeface="Times New Roman"/>
              <a:sym typeface="Times New Roman"/>
            </a:endParaRPr>
          </a:p>
          <a:p>
            <a:pPr indent="-386080" lvl="0" marL="48895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488950" lvl="0" marL="488950" rtl="0" algn="l">
              <a:lnSpc>
                <a:spcPct val="100000"/>
              </a:lnSpc>
              <a:spcBef>
                <a:spcPts val="630"/>
              </a:spcBef>
              <a:spcAft>
                <a:spcPts val="0"/>
              </a:spcAft>
              <a:buSzPts val="3200"/>
              <a:buFont typeface="Times New Roman"/>
              <a:buChar char="●"/>
            </a:pPr>
            <a:r>
              <a:rPr lang="en-US">
                <a:latin typeface="Times New Roman"/>
                <a:ea typeface="Times New Roman"/>
                <a:cs typeface="Times New Roman"/>
                <a:sym typeface="Times New Roman"/>
              </a:rPr>
              <a:t>Total number of cylinders?</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1d6300f323_0_67"/>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C-SCAN</a:t>
            </a:r>
            <a:endParaRPr/>
          </a:p>
        </p:txBody>
      </p:sp>
      <p:sp>
        <p:nvSpPr>
          <p:cNvPr id="274" name="Google Shape;274;g31d6300f323_0_67"/>
          <p:cNvSpPr txBox="1"/>
          <p:nvPr/>
        </p:nvSpPr>
        <p:spPr>
          <a:xfrm>
            <a:off x="1230800" y="1468850"/>
            <a:ext cx="11416800" cy="689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 disk contains 200 tracks (0-199). The request queue contains track no 88, 150, 44, 172, 30, 15, 195. Current position of Read/Write head is at track 50. Calculate the total number of track movement (</a:t>
            </a:r>
            <a:r>
              <a:rPr b="1" i="0" lang="en-US" sz="3200" u="none" cap="none" strike="noStrike">
                <a:solidFill>
                  <a:schemeClr val="dk1"/>
                </a:solidFill>
                <a:latin typeface="Times New Roman"/>
                <a:ea typeface="Times New Roman"/>
                <a:cs typeface="Times New Roman"/>
                <a:sym typeface="Times New Roman"/>
              </a:rPr>
              <a:t>Increasing order</a:t>
            </a:r>
            <a:r>
              <a:rPr b="0" i="0" lang="en-US" sz="3200" u="none" cap="none" strike="noStrike">
                <a:solidFill>
                  <a:schemeClr val="dk1"/>
                </a:solidFill>
                <a:latin typeface="Times New Roman"/>
                <a:ea typeface="Times New Roman"/>
                <a:cs typeface="Times New Roman"/>
                <a:sym typeface="Times New Roman"/>
              </a:rPr>
              <a: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275" name="Google Shape;275;g31d6300f323_0_67"/>
          <p:cNvPicPr preferRelativeResize="0"/>
          <p:nvPr/>
        </p:nvPicPr>
        <p:blipFill rotWithShape="1">
          <a:blip r:embed="rId3">
            <a:alphaModFix/>
          </a:blip>
          <a:srcRect b="0" l="0" r="0" t="0"/>
          <a:stretch/>
        </p:blipFill>
        <p:spPr>
          <a:xfrm>
            <a:off x="2103675" y="4458250"/>
            <a:ext cx="10152200" cy="328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1d6300f323_0_75"/>
          <p:cNvSpPr txBox="1"/>
          <p:nvPr>
            <p:ph type="title"/>
          </p:nvPr>
        </p:nvSpPr>
        <p:spPr>
          <a:xfrm>
            <a:off x="1474788" y="369888"/>
            <a:ext cx="104250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100"/>
              <a:buNone/>
            </a:pPr>
            <a:r>
              <a:rPr lang="en-US"/>
              <a:t>C-SCAN</a:t>
            </a:r>
            <a:endParaRPr/>
          </a:p>
        </p:txBody>
      </p:sp>
      <p:sp>
        <p:nvSpPr>
          <p:cNvPr id="282" name="Google Shape;282;g31d6300f323_0_75"/>
          <p:cNvSpPr txBox="1"/>
          <p:nvPr/>
        </p:nvSpPr>
        <p:spPr>
          <a:xfrm>
            <a:off x="1230800" y="5083850"/>
            <a:ext cx="11416800" cy="328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Method 1:</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Total number of track movement</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(199-50)+(199-0)+(44-0)</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3200" u="none" cap="none" strike="noStrike">
                <a:solidFill>
                  <a:schemeClr val="dk1"/>
                </a:solidFill>
                <a:latin typeface="Times New Roman"/>
                <a:ea typeface="Times New Roman"/>
                <a:cs typeface="Times New Roman"/>
                <a:sym typeface="Times New Roman"/>
              </a:rPr>
              <a:t>= 392</a:t>
            </a:r>
            <a:endParaRPr b="0" i="0" sz="1400" u="none" cap="none" strike="noStrike">
              <a:solidFill>
                <a:srgbClr val="000000"/>
              </a:solidFill>
              <a:latin typeface="Arial"/>
              <a:ea typeface="Arial"/>
              <a:cs typeface="Arial"/>
              <a:sym typeface="Arial"/>
            </a:endParaRPr>
          </a:p>
        </p:txBody>
      </p:sp>
      <p:pic>
        <p:nvPicPr>
          <p:cNvPr id="283" name="Google Shape;283;g31d6300f323_0_75"/>
          <p:cNvPicPr preferRelativeResize="0"/>
          <p:nvPr/>
        </p:nvPicPr>
        <p:blipFill rotWithShape="1">
          <a:blip r:embed="rId3">
            <a:alphaModFix/>
          </a:blip>
          <a:srcRect b="0" l="0" r="0" t="0"/>
          <a:stretch/>
        </p:blipFill>
        <p:spPr>
          <a:xfrm>
            <a:off x="2027475" y="1486450"/>
            <a:ext cx="10152200" cy="3282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C-SCAN (Cont.)</a:t>
            </a:r>
            <a:endParaRPr/>
          </a:p>
        </p:txBody>
      </p:sp>
      <p:pic>
        <p:nvPicPr>
          <p:cNvPr id="290" name="Google Shape;290;p18"/>
          <p:cNvPicPr preferRelativeResize="0"/>
          <p:nvPr/>
        </p:nvPicPr>
        <p:blipFill rotWithShape="1">
          <a:blip r:embed="rId3">
            <a:alphaModFix/>
          </a:blip>
          <a:srcRect b="3728" l="704" r="922" t="3731"/>
          <a:stretch/>
        </p:blipFill>
        <p:spPr>
          <a:xfrm>
            <a:off x="1847850" y="1652588"/>
            <a:ext cx="10501313" cy="6588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1d6300f323_0_45"/>
          <p:cNvSpPr txBox="1"/>
          <p:nvPr>
            <p:ph type="title"/>
          </p:nvPr>
        </p:nvSpPr>
        <p:spPr>
          <a:xfrm>
            <a:off x="685800" y="369888"/>
            <a:ext cx="12344400" cy="768300"/>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Notes</a:t>
            </a:r>
            <a:endParaRPr/>
          </a:p>
        </p:txBody>
      </p:sp>
      <p:sp>
        <p:nvSpPr>
          <p:cNvPr id="297" name="Google Shape;297;g31d6300f323_0_45"/>
          <p:cNvSpPr txBox="1"/>
          <p:nvPr>
            <p:ph idx="1" type="body"/>
          </p:nvPr>
        </p:nvSpPr>
        <p:spPr>
          <a:xfrm>
            <a:off x="1126300" y="1644650"/>
            <a:ext cx="11904000" cy="6040500"/>
          </a:xfrm>
          <a:prstGeom prst="rect">
            <a:avLst/>
          </a:prstGeom>
          <a:noFill/>
          <a:ln>
            <a:noFill/>
          </a:ln>
        </p:spPr>
        <p:txBody>
          <a:bodyPr anchorCtr="0" anchor="t" bIns="65300" lIns="130600" spcFirstLastPara="1" rIns="130600" wrap="square" tIns="65300">
            <a:noAutofit/>
          </a:bodyPr>
          <a:lstStyle/>
          <a:p>
            <a:pPr indent="-331470" lvl="0" marL="457200" rtl="0" algn="l">
              <a:lnSpc>
                <a:spcPct val="100000"/>
              </a:lnSpc>
              <a:spcBef>
                <a:spcPts val="630"/>
              </a:spcBef>
              <a:spcAft>
                <a:spcPts val="0"/>
              </a:spcAft>
              <a:buSzPts val="1620"/>
              <a:buFont typeface="Times New Roman"/>
              <a:buChar char="●"/>
            </a:pPr>
            <a:r>
              <a:rPr lang="en-US">
                <a:latin typeface="Times New Roman"/>
                <a:ea typeface="Times New Roman"/>
                <a:cs typeface="Times New Roman"/>
                <a:sym typeface="Times New Roman"/>
              </a:rPr>
              <a:t>Current R/W head is at 50 but previous request was at 75</a:t>
            </a:r>
            <a:endParaRPr>
              <a:latin typeface="Times New Roman"/>
              <a:ea typeface="Times New Roman"/>
              <a:cs typeface="Times New Roman"/>
              <a:sym typeface="Times New Roman"/>
            </a:endParaRPr>
          </a:p>
          <a:p>
            <a:pPr indent="-331470" lvl="0" marL="457200" rtl="0" algn="l">
              <a:lnSpc>
                <a:spcPct val="100000"/>
              </a:lnSpc>
              <a:spcBef>
                <a:spcPts val="0"/>
              </a:spcBef>
              <a:spcAft>
                <a:spcPts val="0"/>
              </a:spcAft>
              <a:buSzPts val="1620"/>
              <a:buFont typeface="Times New Roman"/>
              <a:buChar char="-"/>
            </a:pPr>
            <a:r>
              <a:rPr lang="en-US">
                <a:latin typeface="Times New Roman"/>
                <a:ea typeface="Times New Roman"/>
                <a:cs typeface="Times New Roman"/>
                <a:sym typeface="Times New Roman"/>
              </a:rPr>
              <a:t>This denotes Decreasing Order 75 -&gt; 50</a:t>
            </a:r>
            <a:endParaRPr>
              <a:latin typeface="Times New Roman"/>
              <a:ea typeface="Times New Roman"/>
              <a:cs typeface="Times New Roman"/>
              <a:sym typeface="Times New Roman"/>
            </a:endParaRPr>
          </a:p>
          <a:p>
            <a:pPr indent="0" lvl="0" marL="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331470" lvl="0" marL="457200" rtl="0" algn="l">
              <a:lnSpc>
                <a:spcPct val="100000"/>
              </a:lnSpc>
              <a:spcBef>
                <a:spcPts val="630"/>
              </a:spcBef>
              <a:spcAft>
                <a:spcPts val="0"/>
              </a:spcAft>
              <a:buSzPts val="1620"/>
              <a:buFont typeface="Times New Roman"/>
              <a:buChar char="●"/>
            </a:pPr>
            <a:r>
              <a:rPr lang="en-US">
                <a:latin typeface="Times New Roman"/>
                <a:ea typeface="Times New Roman"/>
                <a:cs typeface="Times New Roman"/>
                <a:sym typeface="Times New Roman"/>
              </a:rPr>
              <a:t>Current R/W head is at 50 but previous request was at 32</a:t>
            </a:r>
            <a:endParaRPr>
              <a:latin typeface="Times New Roman"/>
              <a:ea typeface="Times New Roman"/>
              <a:cs typeface="Times New Roman"/>
              <a:sym typeface="Times New Roman"/>
            </a:endParaRPr>
          </a:p>
          <a:p>
            <a:pPr indent="-331470" lvl="0" marL="457200" rtl="0" algn="l">
              <a:lnSpc>
                <a:spcPct val="100000"/>
              </a:lnSpc>
              <a:spcBef>
                <a:spcPts val="0"/>
              </a:spcBef>
              <a:spcAft>
                <a:spcPts val="0"/>
              </a:spcAft>
              <a:buSzPts val="1620"/>
              <a:buFont typeface="Times New Roman"/>
              <a:buChar char="-"/>
            </a:pPr>
            <a:r>
              <a:rPr lang="en-US">
                <a:latin typeface="Times New Roman"/>
                <a:ea typeface="Times New Roman"/>
                <a:cs typeface="Times New Roman"/>
                <a:sym typeface="Times New Roman"/>
              </a:rPr>
              <a:t>This denotes Increasing Order 32 -&gt; 50</a:t>
            </a:r>
            <a:endParaRPr>
              <a:latin typeface="Times New Roman"/>
              <a:ea typeface="Times New Roman"/>
              <a:cs typeface="Times New Roman"/>
              <a:sym typeface="Times New Roman"/>
            </a:endParaRPr>
          </a:p>
          <a:p>
            <a:pPr indent="0" lvl="0" marL="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331470" lvl="0" marL="457200" rtl="0" algn="l">
              <a:lnSpc>
                <a:spcPct val="100000"/>
              </a:lnSpc>
              <a:spcBef>
                <a:spcPts val="630"/>
              </a:spcBef>
              <a:spcAft>
                <a:spcPts val="0"/>
              </a:spcAft>
              <a:buSzPts val="1620"/>
              <a:buFont typeface="Times New Roman"/>
              <a:buChar char="●"/>
            </a:pPr>
            <a:r>
              <a:rPr lang="en-US">
                <a:latin typeface="Times New Roman"/>
                <a:ea typeface="Times New Roman"/>
                <a:cs typeface="Times New Roman"/>
                <a:sym typeface="Times New Roman"/>
              </a:rPr>
              <a:t>These orders are for SCAN, LOOK, C-SCAN, C-LOOK</a:t>
            </a:r>
            <a:endParaRPr>
              <a:latin typeface="Times New Roman"/>
              <a:ea typeface="Times New Roman"/>
              <a:cs typeface="Times New Roman"/>
              <a:sym typeface="Times New Roman"/>
            </a:endParaRPr>
          </a:p>
          <a:p>
            <a:pPr indent="0" lvl="0" marL="0" rtl="0" algn="l">
              <a:lnSpc>
                <a:spcPct val="100000"/>
              </a:lnSpc>
              <a:spcBef>
                <a:spcPts val="630"/>
              </a:spcBef>
              <a:spcAft>
                <a:spcPts val="0"/>
              </a:spcAft>
              <a:buSzPts val="1620"/>
              <a:buNone/>
            </a:pPr>
            <a:r>
              <a:t/>
            </a:r>
            <a:endParaRPr>
              <a:latin typeface="Times New Roman"/>
              <a:ea typeface="Times New Roman"/>
              <a:cs typeface="Times New Roman"/>
              <a:sym typeface="Times New Roman"/>
            </a:endParaRPr>
          </a:p>
          <a:p>
            <a:pPr indent="-331470" lvl="0" marL="457200" rtl="0" algn="l">
              <a:lnSpc>
                <a:spcPct val="100000"/>
              </a:lnSpc>
              <a:spcBef>
                <a:spcPts val="630"/>
              </a:spcBef>
              <a:spcAft>
                <a:spcPts val="0"/>
              </a:spcAft>
              <a:buSzPts val="1620"/>
              <a:buFont typeface="Times New Roman"/>
              <a:buChar char="●"/>
            </a:pPr>
            <a:r>
              <a:rPr lang="en-US">
                <a:latin typeface="Times New Roman"/>
                <a:ea typeface="Times New Roman"/>
                <a:cs typeface="Times New Roman"/>
                <a:sym typeface="Times New Roman"/>
              </a:rPr>
              <a:t>If R/W head taked 1ns to move from one track to another then calculator the total time taken.</a:t>
            </a:r>
            <a:endParaRPr>
              <a:latin typeface="Times New Roman"/>
              <a:ea typeface="Times New Roman"/>
              <a:cs typeface="Times New Roman"/>
              <a:sym typeface="Times New Roman"/>
            </a:endParaRPr>
          </a:p>
          <a:p>
            <a:pPr indent="0" lvl="0" marL="457200" rtl="0" algn="l">
              <a:lnSpc>
                <a:spcPct val="100000"/>
              </a:lnSpc>
              <a:spcBef>
                <a:spcPts val="630"/>
              </a:spcBef>
              <a:spcAft>
                <a:spcPts val="0"/>
              </a:spcAft>
              <a:buSzPts val="1620"/>
              <a:buNone/>
            </a:pPr>
            <a:r>
              <a:rPr lang="en-US">
                <a:latin typeface="Times New Roman"/>
                <a:ea typeface="Times New Roman"/>
                <a:cs typeface="Times New Roman"/>
                <a:sym typeface="Times New Roman"/>
              </a:rPr>
              <a:t>Ans: Total no of track movement * Time to move from one track to</a:t>
            </a:r>
            <a:endParaRPr>
              <a:latin typeface="Times New Roman"/>
              <a:ea typeface="Times New Roman"/>
              <a:cs typeface="Times New Roman"/>
              <a:sym typeface="Times New Roman"/>
            </a:endParaRPr>
          </a:p>
          <a:p>
            <a:pPr indent="0" lvl="0" marL="457200" rtl="0" algn="l">
              <a:lnSpc>
                <a:spcPct val="100000"/>
              </a:lnSpc>
              <a:spcBef>
                <a:spcPts val="630"/>
              </a:spcBef>
              <a:spcAft>
                <a:spcPts val="0"/>
              </a:spcAft>
              <a:buSzPts val="1620"/>
              <a:buNone/>
            </a:pPr>
            <a:r>
              <a:rPr lang="en-US">
                <a:latin typeface="Times New Roman"/>
                <a:ea typeface="Times New Roman"/>
                <a:cs typeface="Times New Roman"/>
                <a:sym typeface="Times New Roman"/>
              </a:rPr>
              <a:t>                                                          another</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2"/>
          <p:cNvSpPr txBox="1"/>
          <p:nvPr>
            <p:ph type="ctrTitle"/>
          </p:nvPr>
        </p:nvSpPr>
        <p:spPr>
          <a:xfrm>
            <a:off x="1028700" y="914400"/>
            <a:ext cx="11658600" cy="2836863"/>
          </a:xfrm>
          <a:prstGeom prst="rect">
            <a:avLst/>
          </a:prstGeom>
          <a:noFill/>
          <a:ln>
            <a:noFill/>
          </a:ln>
        </p:spPr>
        <p:txBody>
          <a:bodyPr anchorCtr="0" anchor="b" bIns="65300" lIns="130600" spcFirstLastPara="1" rIns="130600" wrap="square" tIns="65300">
            <a:noAutofit/>
          </a:bodyPr>
          <a:lstStyle/>
          <a:p>
            <a:pPr indent="0" lvl="0" marL="0" rtl="0" algn="ctr">
              <a:lnSpc>
                <a:spcPct val="100000"/>
              </a:lnSpc>
              <a:spcBef>
                <a:spcPts val="0"/>
              </a:spcBef>
              <a:spcAft>
                <a:spcPts val="0"/>
              </a:spcAft>
              <a:buSzPts val="1400"/>
              <a:buNone/>
            </a:pPr>
            <a:r>
              <a:rPr lang="en-US"/>
              <a:t>End of Chapter 12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2011-04-11T19:57:28Z</dcterms:created>
  <dc:creator>Lucent End User</dc:creator>
</cp:coreProperties>
</file>